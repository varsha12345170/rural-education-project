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17"/>
  </p:notesMasterIdLst>
  <p:sldIdLst>
    <p:sldId id="256" r:id="rId2"/>
    <p:sldId id="269" r:id="rId3"/>
    <p:sldId id="275" r:id="rId4"/>
    <p:sldId id="276" r:id="rId5"/>
    <p:sldId id="281" r:id="rId6"/>
    <p:sldId id="272" r:id="rId7"/>
    <p:sldId id="279" r:id="rId8"/>
    <p:sldId id="271" r:id="rId9"/>
    <p:sldId id="278" r:id="rId10"/>
    <p:sldId id="277" r:id="rId11"/>
    <p:sldId id="282" r:id="rId12"/>
    <p:sldId id="268" r:id="rId13"/>
    <p:sldId id="270" r:id="rId14"/>
    <p:sldId id="280" r:id="rId15"/>
    <p:sldId id="266" r:id="rId16"/>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8EBF80E-879B-4249-BCBA-C11414A7211B}" v="22" dt="2025-08-15T16:17:01.062"/>
  </p1510:revLst>
</p1510:revInfo>
</file>

<file path=ppt/tableStyles.xml><?xml version="1.0" encoding="utf-8"?>
<a:tblStyleLst xmlns:a="http://schemas.openxmlformats.org/drawingml/2006/main" def="{90651C3A-4460-11DB-9652-00E08161165F}">
  <a:tblStyle styleId="{57690726-49DA-4552-BDEB-330DD8EA8BD9}" styleName="Table_0">
    <a:wholeTbl>
      <a:tcTxStyle b="off" i="off">
        <a:font>
          <a:latin typeface="Bookman Old Style"/>
          <a:ea typeface="Bookman Old Style"/>
          <a:cs typeface="Bookman Old Style"/>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6" d="100"/>
          <a:sy n="76" d="100"/>
        </p:scale>
        <p:origin x="91" y="101"/>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ARSHA B" userId="09cee1c0d2995204" providerId="LiveId" clId="{B58D143F-56AF-46B8-9F34-94ADBF1CA7D1}"/>
    <pc:docChg chg="modSld">
      <pc:chgData name="VARSHA B" userId="09cee1c0d2995204" providerId="LiveId" clId="{B58D143F-56AF-46B8-9F34-94ADBF1CA7D1}" dt="2025-08-15T16:51:29.479" v="10" actId="1076"/>
      <pc:docMkLst>
        <pc:docMk/>
      </pc:docMkLst>
      <pc:sldChg chg="modSp mod">
        <pc:chgData name="VARSHA B" userId="09cee1c0d2995204" providerId="LiveId" clId="{B58D143F-56AF-46B8-9F34-94ADBF1CA7D1}" dt="2025-08-15T16:51:29.479" v="10" actId="1076"/>
        <pc:sldMkLst>
          <pc:docMk/>
          <pc:sldMk cId="569100441" sldId="276"/>
        </pc:sldMkLst>
        <pc:spChg chg="mod">
          <ac:chgData name="VARSHA B" userId="09cee1c0d2995204" providerId="LiveId" clId="{B58D143F-56AF-46B8-9F34-94ADBF1CA7D1}" dt="2025-08-15T16:51:29.479" v="10" actId="1076"/>
          <ac:spMkLst>
            <pc:docMk/>
            <pc:sldMk cId="569100441" sldId="276"/>
            <ac:spMk id="3" creationId="{EFBC6DA6-11FD-F233-7DCE-5AEB3F59734A}"/>
          </ac:spMkLst>
        </pc:spChg>
      </pc:sldChg>
      <pc:sldChg chg="modSp mod">
        <pc:chgData name="VARSHA B" userId="09cee1c0d2995204" providerId="LiveId" clId="{B58D143F-56AF-46B8-9F34-94ADBF1CA7D1}" dt="2025-08-15T16:50:49.608" v="7" actId="113"/>
        <pc:sldMkLst>
          <pc:docMk/>
          <pc:sldMk cId="2664023126" sldId="281"/>
        </pc:sldMkLst>
        <pc:spChg chg="mod">
          <ac:chgData name="VARSHA B" userId="09cee1c0d2995204" providerId="LiveId" clId="{B58D143F-56AF-46B8-9F34-94ADBF1CA7D1}" dt="2025-08-15T16:50:49.608" v="7" actId="113"/>
          <ac:spMkLst>
            <pc:docMk/>
            <pc:sldMk cId="2664023126" sldId="281"/>
            <ac:spMk id="3" creationId="{5F010711-B0D6-CDA8-8439-D7C9C68F6CC9}"/>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rtl="0">
              <a:spcBef>
                <a:spcPts val="0"/>
              </a:spcBef>
              <a:spcAft>
                <a:spcPts val="0"/>
              </a:spcAft>
              <a:buSzPts val="1100"/>
              <a:buChar char="●"/>
              <a:defRPr sz="1100"/>
            </a:lvl1pPr>
            <a:lvl2pPr marL="914400" lvl="1" indent="-298450" rtl="0">
              <a:spcBef>
                <a:spcPts val="0"/>
              </a:spcBef>
              <a:spcAft>
                <a:spcPts val="0"/>
              </a:spcAft>
              <a:buSzPts val="1100"/>
              <a:buChar char="○"/>
              <a:defRPr sz="1100"/>
            </a:lvl2pPr>
            <a:lvl3pPr marL="1371600" lvl="2" indent="-298450" rtl="0">
              <a:spcBef>
                <a:spcPts val="0"/>
              </a:spcBef>
              <a:spcAft>
                <a:spcPts val="0"/>
              </a:spcAft>
              <a:buSzPts val="1100"/>
              <a:buChar char="■"/>
              <a:defRPr sz="1100"/>
            </a:lvl3pPr>
            <a:lvl4pPr marL="1828800" lvl="3" indent="-298450" rtl="0">
              <a:spcBef>
                <a:spcPts val="0"/>
              </a:spcBef>
              <a:spcAft>
                <a:spcPts val="0"/>
              </a:spcAft>
              <a:buSzPts val="1100"/>
              <a:buChar char="●"/>
              <a:defRPr sz="1100"/>
            </a:lvl4pPr>
            <a:lvl5pPr marL="2286000" lvl="4" indent="-298450" rtl="0">
              <a:spcBef>
                <a:spcPts val="0"/>
              </a:spcBef>
              <a:spcAft>
                <a:spcPts val="0"/>
              </a:spcAft>
              <a:buSzPts val="1100"/>
              <a:buChar char="○"/>
              <a:defRPr sz="1100"/>
            </a:lvl5pPr>
            <a:lvl6pPr marL="2743200" lvl="5" indent="-298450" rtl="0">
              <a:spcBef>
                <a:spcPts val="0"/>
              </a:spcBef>
              <a:spcAft>
                <a:spcPts val="0"/>
              </a:spcAft>
              <a:buSzPts val="1100"/>
              <a:buChar char="■"/>
              <a:defRPr sz="1100"/>
            </a:lvl6pPr>
            <a:lvl7pPr marL="3200400" lvl="6" indent="-298450" rtl="0">
              <a:spcBef>
                <a:spcPts val="0"/>
              </a:spcBef>
              <a:spcAft>
                <a:spcPts val="0"/>
              </a:spcAft>
              <a:buSzPts val="1100"/>
              <a:buChar char="●"/>
              <a:defRPr sz="1100"/>
            </a:lvl7pPr>
            <a:lvl8pPr marL="3657600" lvl="7" indent="-298450" rtl="0">
              <a:spcBef>
                <a:spcPts val="0"/>
              </a:spcBef>
              <a:spcAft>
                <a:spcPts val="0"/>
              </a:spcAft>
              <a:buSzPts val="1100"/>
              <a:buChar char="○"/>
              <a:defRPr sz="1100"/>
            </a:lvl8pPr>
            <a:lvl9pPr marL="4114800" lvl="8" indent="-298450" rtl="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3021696206"/>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 name="Google Shape;8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140805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52911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4367894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9421097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671651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1559352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8" name="Google Shape;148;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84359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
        <p:cNvGrpSpPr/>
        <p:nvPr/>
      </p:nvGrpSpPr>
      <p:grpSpPr>
        <a:xfrm>
          <a:off x="0" y="0"/>
          <a:ext cx="0" cy="0"/>
          <a:chOff x="0" y="0"/>
          <a:chExt cx="0" cy="0"/>
        </a:xfrm>
      </p:grpSpPr>
      <p:sp>
        <p:nvSpPr>
          <p:cNvPr id="14" name="Google Shape;14;p2"/>
          <p:cNvSpPr txBox="1">
            <a:spLocks noGrp="1"/>
          </p:cNvSpPr>
          <p:nvPr>
            <p:ph type="ctrTitle"/>
          </p:nvPr>
        </p:nvSpPr>
        <p:spPr>
          <a:xfrm>
            <a:off x="1050877" y="1322386"/>
            <a:ext cx="10363200" cy="14700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5" name="Google Shape;15;p2"/>
          <p:cNvSpPr txBox="1">
            <a:spLocks noGrp="1"/>
          </p:cNvSpPr>
          <p:nvPr>
            <p:ph type="subTitle" idx="1"/>
          </p:nvPr>
        </p:nvSpPr>
        <p:spPr>
          <a:xfrm>
            <a:off x="2032000" y="3326641"/>
            <a:ext cx="8534400" cy="1752600"/>
          </a:xfrm>
          <a:prstGeom prst="rect">
            <a:avLst/>
          </a:prstGeom>
          <a:noFill/>
          <a:ln>
            <a:noFill/>
          </a:ln>
        </p:spPr>
        <p:txBody>
          <a:bodyPr spcFirstLastPara="1" wrap="square" lIns="91425" tIns="45700" rIns="91425" bIns="45700" anchor="t" anchorCtr="0">
            <a:normAutofit/>
          </a:bodyPr>
          <a:lstStyle>
            <a:lvl1pPr lvl="0" algn="ctr" rtl="0">
              <a:spcBef>
                <a:spcPts val="400"/>
              </a:spcBef>
              <a:spcAft>
                <a:spcPts val="0"/>
              </a:spcAft>
              <a:buClr>
                <a:srgbClr val="17365D"/>
              </a:buClr>
              <a:buSzPts val="2000"/>
              <a:buNone/>
              <a:defRPr sz="2000" b="1">
                <a:solidFill>
                  <a:srgbClr val="17365D"/>
                </a:solidFill>
              </a:defRPr>
            </a:lvl1pPr>
            <a:lvl2pPr lvl="1" algn="ctr" rtl="0">
              <a:spcBef>
                <a:spcPts val="400"/>
              </a:spcBef>
              <a:spcAft>
                <a:spcPts val="0"/>
              </a:spcAft>
              <a:buClr>
                <a:srgbClr val="888888"/>
              </a:buClr>
              <a:buSzPts val="2000"/>
              <a:buNone/>
              <a:defRPr>
                <a:solidFill>
                  <a:srgbClr val="888888"/>
                </a:solidFill>
              </a:defRPr>
            </a:lvl2pPr>
            <a:lvl3pPr lvl="2" algn="ctr" rtl="0">
              <a:spcBef>
                <a:spcPts val="360"/>
              </a:spcBef>
              <a:spcAft>
                <a:spcPts val="0"/>
              </a:spcAft>
              <a:buClr>
                <a:srgbClr val="888888"/>
              </a:buClr>
              <a:buSzPts val="1800"/>
              <a:buNone/>
              <a:defRPr>
                <a:solidFill>
                  <a:srgbClr val="888888"/>
                </a:solidFill>
              </a:defRPr>
            </a:lvl3pPr>
            <a:lvl4pPr lvl="3" algn="ctr" rtl="0">
              <a:spcBef>
                <a:spcPts val="320"/>
              </a:spcBef>
              <a:spcAft>
                <a:spcPts val="0"/>
              </a:spcAft>
              <a:buClr>
                <a:srgbClr val="888888"/>
              </a:buClr>
              <a:buSzPts val="1600"/>
              <a:buNone/>
              <a:defRPr>
                <a:solidFill>
                  <a:srgbClr val="888888"/>
                </a:solidFill>
              </a:defRPr>
            </a:lvl4pPr>
            <a:lvl5pPr lvl="4" algn="ctr" rtl="0">
              <a:spcBef>
                <a:spcPts val="320"/>
              </a:spcBef>
              <a:spcAft>
                <a:spcPts val="0"/>
              </a:spcAft>
              <a:buClr>
                <a:srgbClr val="888888"/>
              </a:buClr>
              <a:buSzPts val="1600"/>
              <a:buNone/>
              <a:defRPr>
                <a:solidFill>
                  <a:srgbClr val="888888"/>
                </a:solidFill>
              </a:defRPr>
            </a:lvl5pPr>
            <a:lvl6pPr lvl="5" algn="ctr" rtl="0">
              <a:spcBef>
                <a:spcPts val="400"/>
              </a:spcBef>
              <a:spcAft>
                <a:spcPts val="0"/>
              </a:spcAft>
              <a:buClr>
                <a:srgbClr val="888888"/>
              </a:buClr>
              <a:buSzPts val="2000"/>
              <a:buNone/>
              <a:defRPr>
                <a:solidFill>
                  <a:srgbClr val="888888"/>
                </a:solidFill>
              </a:defRPr>
            </a:lvl6pPr>
            <a:lvl7pPr lvl="6" algn="ctr" rtl="0">
              <a:spcBef>
                <a:spcPts val="400"/>
              </a:spcBef>
              <a:spcAft>
                <a:spcPts val="0"/>
              </a:spcAft>
              <a:buClr>
                <a:srgbClr val="888888"/>
              </a:buClr>
              <a:buSzPts val="2000"/>
              <a:buNone/>
              <a:defRPr>
                <a:solidFill>
                  <a:srgbClr val="888888"/>
                </a:solidFill>
              </a:defRPr>
            </a:lvl7pPr>
            <a:lvl8pPr lvl="7" algn="ctr" rtl="0">
              <a:spcBef>
                <a:spcPts val="400"/>
              </a:spcBef>
              <a:spcAft>
                <a:spcPts val="0"/>
              </a:spcAft>
              <a:buClr>
                <a:srgbClr val="888888"/>
              </a:buClr>
              <a:buSzPts val="2000"/>
              <a:buNone/>
              <a:defRPr>
                <a:solidFill>
                  <a:srgbClr val="888888"/>
                </a:solidFill>
              </a:defRPr>
            </a:lvl8pPr>
            <a:lvl9pPr lvl="8" algn="ctr" rtl="0">
              <a:spcBef>
                <a:spcPts val="400"/>
              </a:spcBef>
              <a:spcAft>
                <a:spcPts val="0"/>
              </a:spcAft>
              <a:buClr>
                <a:srgbClr val="888888"/>
              </a:buClr>
              <a:buSzPts val="2000"/>
              <a:buNone/>
              <a:defRPr>
                <a:solidFill>
                  <a:srgbClr val="888888"/>
                </a:solidFill>
              </a:defRPr>
            </a:lvl9pPr>
          </a:lstStyle>
          <a:p>
            <a:endParaRPr/>
          </a:p>
        </p:txBody>
      </p:sp>
      <p:sp>
        <p:nvSpPr>
          <p:cNvPr id="16" name="Google Shape;16;p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7" name="Google Shape;17;p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8" name="Google Shape;18;p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3"/>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1" name="Google Shape;21;p3"/>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a:solidFill>
                  <a:schemeClr val="dk1"/>
                </a:solidFill>
              </a:defRPr>
            </a:lvl1pPr>
            <a:lvl2pPr marL="914400" lvl="1" indent="-355600" algn="l" rtl="0">
              <a:spcBef>
                <a:spcPts val="400"/>
              </a:spcBef>
              <a:spcAft>
                <a:spcPts val="0"/>
              </a:spcAft>
              <a:buClr>
                <a:schemeClr val="dk1"/>
              </a:buClr>
              <a:buSzPts val="2000"/>
              <a:buChar char="–"/>
              <a:defRPr>
                <a:solidFill>
                  <a:schemeClr val="dk1"/>
                </a:solidFill>
              </a:defRPr>
            </a:lvl2pPr>
            <a:lvl3pPr marL="1371600" lvl="2" indent="-342900" algn="l" rtl="0">
              <a:spcBef>
                <a:spcPts val="360"/>
              </a:spcBef>
              <a:spcAft>
                <a:spcPts val="0"/>
              </a:spcAft>
              <a:buClr>
                <a:schemeClr val="dk1"/>
              </a:buClr>
              <a:buSzPts val="1800"/>
              <a:buChar char="•"/>
              <a:defRPr>
                <a:solidFill>
                  <a:schemeClr val="dk1"/>
                </a:solidFill>
              </a:defRPr>
            </a:lvl3pPr>
            <a:lvl4pPr marL="1828800" lvl="3" indent="-330200" algn="l" rtl="0">
              <a:spcBef>
                <a:spcPts val="320"/>
              </a:spcBef>
              <a:spcAft>
                <a:spcPts val="0"/>
              </a:spcAft>
              <a:buClr>
                <a:schemeClr val="dk1"/>
              </a:buClr>
              <a:buSzPts val="1600"/>
              <a:buChar char="–"/>
              <a:defRPr>
                <a:solidFill>
                  <a:schemeClr val="dk1"/>
                </a:solidFill>
              </a:defRPr>
            </a:lvl4pPr>
            <a:lvl5pPr marL="2286000" lvl="4" indent="-330200" algn="l" rtl="0">
              <a:spcBef>
                <a:spcPts val="320"/>
              </a:spcBef>
              <a:spcAft>
                <a:spcPts val="0"/>
              </a:spcAft>
              <a:buClr>
                <a:schemeClr val="dk1"/>
              </a:buClr>
              <a:buSzPts val="1600"/>
              <a:buChar char="»"/>
              <a:defRPr>
                <a:solidFill>
                  <a:schemeClr val="dk1"/>
                </a:solidFill>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22" name="Google Shape;22;p3"/>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3" name="Google Shape;23;p3"/>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4" name="Google Shape;24;p3"/>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5"/>
        <p:cNvGrpSpPr/>
        <p:nvPr/>
      </p:nvGrpSpPr>
      <p:grpSpPr>
        <a:xfrm>
          <a:off x="0" y="0"/>
          <a:ext cx="0" cy="0"/>
          <a:chOff x="0" y="0"/>
          <a:chExt cx="0" cy="0"/>
        </a:xfrm>
      </p:grpSpPr>
      <p:sp>
        <p:nvSpPr>
          <p:cNvPr id="26" name="Google Shape;26;p4"/>
          <p:cNvSpPr txBox="1">
            <a:spLocks noGrp="1"/>
          </p:cNvSpPr>
          <p:nvPr>
            <p:ph type="title"/>
          </p:nvPr>
        </p:nvSpPr>
        <p:spPr>
          <a:xfrm>
            <a:off x="963084" y="4406903"/>
            <a:ext cx="10363200" cy="1362000"/>
          </a:xfrm>
          <a:prstGeom prst="rect">
            <a:avLst/>
          </a:prstGeom>
          <a:noFill/>
          <a:ln>
            <a:noFill/>
          </a:ln>
        </p:spPr>
        <p:txBody>
          <a:bodyPr spcFirstLastPara="1" wrap="square" lIns="91425" tIns="45700" rIns="91425" bIns="45700" anchor="t" anchorCtr="0">
            <a:noAutofit/>
          </a:bodyPr>
          <a:lstStyle>
            <a:lvl1pPr lvl="0" algn="l" rtl="0">
              <a:spcBef>
                <a:spcPts val="0"/>
              </a:spcBef>
              <a:spcAft>
                <a:spcPts val="0"/>
              </a:spcAft>
              <a:buClr>
                <a:srgbClr val="FF0000"/>
              </a:buClr>
              <a:buSzPts val="4000"/>
              <a:buFont typeface="Verdana"/>
              <a:buNone/>
              <a:defRPr sz="4000" b="1" cap="none"/>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7" name="Google Shape;27;p4"/>
          <p:cNvSpPr txBox="1">
            <a:spLocks noGrp="1"/>
          </p:cNvSpPr>
          <p:nvPr>
            <p:ph type="body" idx="1"/>
          </p:nvPr>
        </p:nvSpPr>
        <p:spPr>
          <a:xfrm>
            <a:off x="963084" y="2906713"/>
            <a:ext cx="10363200" cy="1500300"/>
          </a:xfrm>
          <a:prstGeom prst="rect">
            <a:avLst/>
          </a:prstGeom>
          <a:noFill/>
          <a:ln>
            <a:noFill/>
          </a:ln>
        </p:spPr>
        <p:txBody>
          <a:bodyPr spcFirstLastPara="1" wrap="square" lIns="91425" tIns="45700" rIns="91425" bIns="45700" anchor="b" anchorCtr="0">
            <a:normAutofit/>
          </a:bodyPr>
          <a:lstStyle>
            <a:lvl1pPr marL="457200" lvl="0" indent="-228600" algn="l" rtl="0">
              <a:spcBef>
                <a:spcPts val="400"/>
              </a:spcBef>
              <a:spcAft>
                <a:spcPts val="0"/>
              </a:spcAft>
              <a:buClr>
                <a:srgbClr val="888888"/>
              </a:buClr>
              <a:buSzPts val="2000"/>
              <a:buNone/>
              <a:defRPr sz="2000">
                <a:solidFill>
                  <a:srgbClr val="888888"/>
                </a:solidFill>
              </a:defRPr>
            </a:lvl1pPr>
            <a:lvl2pPr marL="914400" lvl="1" indent="-228600" algn="l" rtl="0">
              <a:spcBef>
                <a:spcPts val="360"/>
              </a:spcBef>
              <a:spcAft>
                <a:spcPts val="0"/>
              </a:spcAft>
              <a:buClr>
                <a:srgbClr val="888888"/>
              </a:buClr>
              <a:buSzPts val="1800"/>
              <a:buNone/>
              <a:defRPr sz="1800">
                <a:solidFill>
                  <a:srgbClr val="888888"/>
                </a:solidFill>
              </a:defRPr>
            </a:lvl2pPr>
            <a:lvl3pPr marL="1371600" lvl="2" indent="-228600" algn="l" rtl="0">
              <a:spcBef>
                <a:spcPts val="320"/>
              </a:spcBef>
              <a:spcAft>
                <a:spcPts val="0"/>
              </a:spcAft>
              <a:buClr>
                <a:srgbClr val="888888"/>
              </a:buClr>
              <a:buSzPts val="1600"/>
              <a:buNone/>
              <a:defRPr sz="1600">
                <a:solidFill>
                  <a:srgbClr val="888888"/>
                </a:solidFill>
              </a:defRPr>
            </a:lvl3pPr>
            <a:lvl4pPr marL="1828800" lvl="3" indent="-228600" algn="l" rtl="0">
              <a:spcBef>
                <a:spcPts val="280"/>
              </a:spcBef>
              <a:spcAft>
                <a:spcPts val="0"/>
              </a:spcAft>
              <a:buClr>
                <a:srgbClr val="888888"/>
              </a:buClr>
              <a:buSzPts val="1400"/>
              <a:buNone/>
              <a:defRPr sz="1400">
                <a:solidFill>
                  <a:srgbClr val="888888"/>
                </a:solidFill>
              </a:defRPr>
            </a:lvl4pPr>
            <a:lvl5pPr marL="2286000" lvl="4" indent="-228600" algn="l" rtl="0">
              <a:spcBef>
                <a:spcPts val="280"/>
              </a:spcBef>
              <a:spcAft>
                <a:spcPts val="0"/>
              </a:spcAft>
              <a:buClr>
                <a:srgbClr val="888888"/>
              </a:buClr>
              <a:buSzPts val="1400"/>
              <a:buNone/>
              <a:defRPr sz="1400">
                <a:solidFill>
                  <a:srgbClr val="888888"/>
                </a:solidFill>
              </a:defRPr>
            </a:lvl5pPr>
            <a:lvl6pPr marL="2743200" lvl="5" indent="-228600" algn="l" rtl="0">
              <a:spcBef>
                <a:spcPts val="280"/>
              </a:spcBef>
              <a:spcAft>
                <a:spcPts val="0"/>
              </a:spcAft>
              <a:buClr>
                <a:srgbClr val="888888"/>
              </a:buClr>
              <a:buSzPts val="1400"/>
              <a:buNone/>
              <a:defRPr sz="1400">
                <a:solidFill>
                  <a:srgbClr val="888888"/>
                </a:solidFill>
              </a:defRPr>
            </a:lvl6pPr>
            <a:lvl7pPr marL="3200400" lvl="6" indent="-228600" algn="l" rtl="0">
              <a:spcBef>
                <a:spcPts val="280"/>
              </a:spcBef>
              <a:spcAft>
                <a:spcPts val="0"/>
              </a:spcAft>
              <a:buClr>
                <a:srgbClr val="888888"/>
              </a:buClr>
              <a:buSzPts val="1400"/>
              <a:buNone/>
              <a:defRPr sz="1400">
                <a:solidFill>
                  <a:srgbClr val="888888"/>
                </a:solidFill>
              </a:defRPr>
            </a:lvl7pPr>
            <a:lvl8pPr marL="3657600" lvl="7" indent="-228600" algn="l" rtl="0">
              <a:spcBef>
                <a:spcPts val="280"/>
              </a:spcBef>
              <a:spcAft>
                <a:spcPts val="0"/>
              </a:spcAft>
              <a:buClr>
                <a:srgbClr val="888888"/>
              </a:buClr>
              <a:buSzPts val="1400"/>
              <a:buNone/>
              <a:defRPr sz="1400">
                <a:solidFill>
                  <a:srgbClr val="888888"/>
                </a:solidFill>
              </a:defRPr>
            </a:lvl8pPr>
            <a:lvl9pPr marL="4114800" lvl="8" indent="-228600" algn="l" rtl="0">
              <a:spcBef>
                <a:spcPts val="280"/>
              </a:spcBef>
              <a:spcAft>
                <a:spcPts val="0"/>
              </a:spcAft>
              <a:buClr>
                <a:srgbClr val="888888"/>
              </a:buClr>
              <a:buSzPts val="1400"/>
              <a:buNone/>
              <a:defRPr sz="1400">
                <a:solidFill>
                  <a:srgbClr val="888888"/>
                </a:solidFill>
              </a:defRPr>
            </a:lvl9pPr>
          </a:lstStyle>
          <a:p>
            <a:endParaRPr/>
          </a:p>
        </p:txBody>
      </p:sp>
      <p:sp>
        <p:nvSpPr>
          <p:cNvPr id="28" name="Google Shape;28;p4"/>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9" name="Google Shape;29;p4"/>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0" name="Google Shape;30;p4"/>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1"/>
        <p:cNvGrpSpPr/>
        <p:nvPr/>
      </p:nvGrpSpPr>
      <p:grpSpPr>
        <a:xfrm>
          <a:off x="0" y="0"/>
          <a:ext cx="0" cy="0"/>
          <a:chOff x="0" y="0"/>
          <a:chExt cx="0" cy="0"/>
        </a:xfrm>
      </p:grpSpPr>
      <p:sp>
        <p:nvSpPr>
          <p:cNvPr id="32" name="Google Shape;32;p5"/>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3" name="Google Shape;33;p5"/>
          <p:cNvSpPr txBox="1">
            <a:spLocks noGrp="1"/>
          </p:cNvSpPr>
          <p:nvPr>
            <p:ph type="body" idx="1"/>
          </p:nvPr>
        </p:nvSpPr>
        <p:spPr>
          <a:xfrm>
            <a:off x="609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4" name="Google Shape;34;p5"/>
          <p:cNvSpPr txBox="1">
            <a:spLocks noGrp="1"/>
          </p:cNvSpPr>
          <p:nvPr>
            <p:ph type="body" idx="2"/>
          </p:nvPr>
        </p:nvSpPr>
        <p:spPr>
          <a:xfrm>
            <a:off x="6197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5" name="Google Shape;35;p5"/>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6" name="Google Shape;36;p5"/>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7" name="Google Shape;37;p5"/>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8"/>
        <p:cNvGrpSpPr/>
        <p:nvPr/>
      </p:nvGrpSpPr>
      <p:grpSpPr>
        <a:xfrm>
          <a:off x="0" y="0"/>
          <a:ext cx="0" cy="0"/>
          <a:chOff x="0" y="0"/>
          <a:chExt cx="0" cy="0"/>
        </a:xfrm>
      </p:grpSpPr>
      <p:sp>
        <p:nvSpPr>
          <p:cNvPr id="39" name="Google Shape;39;p6"/>
          <p:cNvSpPr txBox="1">
            <a:spLocks noGrp="1"/>
          </p:cNvSpPr>
          <p:nvPr>
            <p:ph type="title"/>
          </p:nvPr>
        </p:nvSpPr>
        <p:spPr>
          <a:xfrm>
            <a:off x="859368" y="304800"/>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0" name="Google Shape;40;p6"/>
          <p:cNvSpPr txBox="1">
            <a:spLocks noGrp="1"/>
          </p:cNvSpPr>
          <p:nvPr>
            <p:ph type="body" idx="1"/>
          </p:nvPr>
        </p:nvSpPr>
        <p:spPr>
          <a:xfrm>
            <a:off x="609600" y="1535113"/>
            <a:ext cx="53868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1" name="Google Shape;41;p6"/>
          <p:cNvSpPr txBox="1">
            <a:spLocks noGrp="1"/>
          </p:cNvSpPr>
          <p:nvPr>
            <p:ph type="body" idx="2"/>
          </p:nvPr>
        </p:nvSpPr>
        <p:spPr>
          <a:xfrm>
            <a:off x="609600" y="2174875"/>
            <a:ext cx="53868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2" name="Google Shape;42;p6"/>
          <p:cNvSpPr txBox="1">
            <a:spLocks noGrp="1"/>
          </p:cNvSpPr>
          <p:nvPr>
            <p:ph type="body" idx="3"/>
          </p:nvPr>
        </p:nvSpPr>
        <p:spPr>
          <a:xfrm>
            <a:off x="6193369" y="1535113"/>
            <a:ext cx="53889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3" name="Google Shape;43;p6"/>
          <p:cNvSpPr txBox="1">
            <a:spLocks noGrp="1"/>
          </p:cNvSpPr>
          <p:nvPr>
            <p:ph type="body" idx="4"/>
          </p:nvPr>
        </p:nvSpPr>
        <p:spPr>
          <a:xfrm>
            <a:off x="6193369" y="2174875"/>
            <a:ext cx="53889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4" name="Google Shape;44;p6"/>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5" name="Google Shape;45;p6"/>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6" name="Google Shape;46;p6"/>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7"/>
        <p:cNvGrpSpPr/>
        <p:nvPr/>
      </p:nvGrpSpPr>
      <p:grpSpPr>
        <a:xfrm>
          <a:off x="0" y="0"/>
          <a:ext cx="0" cy="0"/>
          <a:chOff x="0" y="0"/>
          <a:chExt cx="0" cy="0"/>
        </a:xfrm>
      </p:grpSpPr>
      <p:sp>
        <p:nvSpPr>
          <p:cNvPr id="48" name="Google Shape;48;p7"/>
          <p:cNvSpPr txBox="1">
            <a:spLocks noGrp="1"/>
          </p:cNvSpPr>
          <p:nvPr>
            <p:ph type="title"/>
          </p:nvPr>
        </p:nvSpPr>
        <p:spPr>
          <a:xfrm>
            <a:off x="3860800" y="274638"/>
            <a:ext cx="77217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9" name="Google Shape;49;p7"/>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7"/>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1" name="Google Shape;51;p7"/>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pic>
        <p:nvPicPr>
          <p:cNvPr id="52" name="Google Shape;52;p7" descr="C:\Users\AMMU\Desktop\Border.png"/>
          <p:cNvPicPr preferRelativeResize="0"/>
          <p:nvPr/>
        </p:nvPicPr>
        <p:blipFill rotWithShape="1">
          <a:blip r:embed="rId2">
            <a:alphaModFix/>
          </a:blip>
          <a:srcRect/>
          <a:stretch/>
        </p:blipFill>
        <p:spPr>
          <a:xfrm>
            <a:off x="2505209" y="139874"/>
            <a:ext cx="9686793" cy="69832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
        <p:nvSpPr>
          <p:cNvPr id="54" name="Google Shape;54;p8"/>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6" name="Google Shape;56;p8"/>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7"/>
        <p:cNvGrpSpPr/>
        <p:nvPr/>
      </p:nvGrpSpPr>
      <p:grpSpPr>
        <a:xfrm>
          <a:off x="0" y="0"/>
          <a:ext cx="0" cy="0"/>
          <a:chOff x="0" y="0"/>
          <a:chExt cx="0" cy="0"/>
        </a:xfrm>
      </p:grpSpPr>
      <p:sp>
        <p:nvSpPr>
          <p:cNvPr id="58" name="Google Shape;58;p9"/>
          <p:cNvSpPr txBox="1">
            <a:spLocks noGrp="1"/>
          </p:cNvSpPr>
          <p:nvPr>
            <p:ph type="title"/>
          </p:nvPr>
        </p:nvSpPr>
        <p:spPr>
          <a:xfrm>
            <a:off x="609602" y="273050"/>
            <a:ext cx="4011000" cy="11622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9" name="Google Shape;59;p9"/>
          <p:cNvSpPr txBox="1">
            <a:spLocks noGrp="1"/>
          </p:cNvSpPr>
          <p:nvPr>
            <p:ph type="body" idx="1"/>
          </p:nvPr>
        </p:nvSpPr>
        <p:spPr>
          <a:xfrm>
            <a:off x="4766733" y="273053"/>
            <a:ext cx="6815700" cy="5853000"/>
          </a:xfrm>
          <a:prstGeom prst="rect">
            <a:avLst/>
          </a:prstGeom>
          <a:noFill/>
          <a:ln>
            <a:noFill/>
          </a:ln>
        </p:spPr>
        <p:txBody>
          <a:bodyPr spcFirstLastPara="1" wrap="square" lIns="91425" tIns="45700" rIns="91425" bIns="45700" anchor="t" anchorCtr="0">
            <a:normAutofit/>
          </a:bodyPr>
          <a:lstStyle>
            <a:lvl1pPr marL="457200" lvl="0" indent="-431800" algn="l" rtl="0">
              <a:spcBef>
                <a:spcPts val="640"/>
              </a:spcBef>
              <a:spcAft>
                <a:spcPts val="0"/>
              </a:spcAft>
              <a:buClr>
                <a:schemeClr val="dk1"/>
              </a:buClr>
              <a:buSzPts val="3200"/>
              <a:buChar char="•"/>
              <a:defRPr sz="3200"/>
            </a:lvl1pPr>
            <a:lvl2pPr marL="914400" lvl="1" indent="-406400" algn="l" rtl="0">
              <a:spcBef>
                <a:spcPts val="560"/>
              </a:spcBef>
              <a:spcAft>
                <a:spcPts val="0"/>
              </a:spcAft>
              <a:buClr>
                <a:schemeClr val="dk1"/>
              </a:buClr>
              <a:buSzPts val="2800"/>
              <a:buChar char="–"/>
              <a:defRPr sz="2800"/>
            </a:lvl2pPr>
            <a:lvl3pPr marL="1371600" lvl="2" indent="-381000" algn="l" rtl="0">
              <a:spcBef>
                <a:spcPts val="480"/>
              </a:spcBef>
              <a:spcAft>
                <a:spcPts val="0"/>
              </a:spcAft>
              <a:buClr>
                <a:schemeClr val="dk1"/>
              </a:buClr>
              <a:buSzPts val="2400"/>
              <a:buChar char="•"/>
              <a:defRPr sz="2400"/>
            </a:lvl3pPr>
            <a:lvl4pPr marL="1828800" lvl="3" indent="-355600" algn="l" rtl="0">
              <a:spcBef>
                <a:spcPts val="400"/>
              </a:spcBef>
              <a:spcAft>
                <a:spcPts val="0"/>
              </a:spcAft>
              <a:buClr>
                <a:schemeClr val="dk1"/>
              </a:buClr>
              <a:buSzPts val="2000"/>
              <a:buChar char="–"/>
              <a:defRPr sz="2000"/>
            </a:lvl4pPr>
            <a:lvl5pPr marL="2286000" lvl="4" indent="-355600" algn="l" rtl="0">
              <a:spcBef>
                <a:spcPts val="400"/>
              </a:spcBef>
              <a:spcAft>
                <a:spcPts val="0"/>
              </a:spcAft>
              <a:buClr>
                <a:schemeClr val="dk1"/>
              </a:buClr>
              <a:buSzPts val="2000"/>
              <a:buChar char="»"/>
              <a:defRPr sz="2000"/>
            </a:lvl5pPr>
            <a:lvl6pPr marL="2743200" lvl="5" indent="-355600" algn="l" rtl="0">
              <a:spcBef>
                <a:spcPts val="400"/>
              </a:spcBef>
              <a:spcAft>
                <a:spcPts val="0"/>
              </a:spcAft>
              <a:buClr>
                <a:schemeClr val="dk1"/>
              </a:buClr>
              <a:buSzPts val="2000"/>
              <a:buChar char="•"/>
              <a:defRPr sz="2000"/>
            </a:lvl6pPr>
            <a:lvl7pPr marL="3200400" lvl="6" indent="-355600" algn="l" rtl="0">
              <a:spcBef>
                <a:spcPts val="400"/>
              </a:spcBef>
              <a:spcAft>
                <a:spcPts val="0"/>
              </a:spcAft>
              <a:buClr>
                <a:schemeClr val="dk1"/>
              </a:buClr>
              <a:buSzPts val="2000"/>
              <a:buChar char="•"/>
              <a:defRPr sz="2000"/>
            </a:lvl7pPr>
            <a:lvl8pPr marL="3657600" lvl="7" indent="-355600" algn="l" rtl="0">
              <a:spcBef>
                <a:spcPts val="400"/>
              </a:spcBef>
              <a:spcAft>
                <a:spcPts val="0"/>
              </a:spcAft>
              <a:buClr>
                <a:schemeClr val="dk1"/>
              </a:buClr>
              <a:buSzPts val="2000"/>
              <a:buChar char="•"/>
              <a:defRPr sz="2000"/>
            </a:lvl8pPr>
            <a:lvl9pPr marL="4114800" lvl="8" indent="-355600" algn="l" rtl="0">
              <a:spcBef>
                <a:spcPts val="400"/>
              </a:spcBef>
              <a:spcAft>
                <a:spcPts val="0"/>
              </a:spcAft>
              <a:buClr>
                <a:schemeClr val="dk1"/>
              </a:buClr>
              <a:buSzPts val="2000"/>
              <a:buChar char="•"/>
              <a:defRPr sz="2000"/>
            </a:lvl9pPr>
          </a:lstStyle>
          <a:p>
            <a:endParaRPr/>
          </a:p>
        </p:txBody>
      </p:sp>
      <p:sp>
        <p:nvSpPr>
          <p:cNvPr id="60" name="Google Shape;60;p9"/>
          <p:cNvSpPr txBox="1">
            <a:spLocks noGrp="1"/>
          </p:cNvSpPr>
          <p:nvPr>
            <p:ph type="body" idx="2"/>
          </p:nvPr>
        </p:nvSpPr>
        <p:spPr>
          <a:xfrm>
            <a:off x="609602" y="1435103"/>
            <a:ext cx="4011000" cy="46911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1" name="Google Shape;61;p9"/>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2" name="Google Shape;62;p9"/>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3" name="Google Shape;63;p9"/>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4"/>
        <p:cNvGrpSpPr/>
        <p:nvPr/>
      </p:nvGrpSpPr>
      <p:grpSpPr>
        <a:xfrm>
          <a:off x="0" y="0"/>
          <a:ext cx="0" cy="0"/>
          <a:chOff x="0" y="0"/>
          <a:chExt cx="0" cy="0"/>
        </a:xfrm>
      </p:grpSpPr>
      <p:sp>
        <p:nvSpPr>
          <p:cNvPr id="65" name="Google Shape;65;p10"/>
          <p:cNvSpPr txBox="1">
            <a:spLocks noGrp="1"/>
          </p:cNvSpPr>
          <p:nvPr>
            <p:ph type="title"/>
          </p:nvPr>
        </p:nvSpPr>
        <p:spPr>
          <a:xfrm>
            <a:off x="2389717" y="4800600"/>
            <a:ext cx="7315200" cy="5667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6" name="Google Shape;66;p10"/>
          <p:cNvSpPr>
            <a:spLocks noGrp="1"/>
          </p:cNvSpPr>
          <p:nvPr>
            <p:ph type="pic" idx="2"/>
          </p:nvPr>
        </p:nvSpPr>
        <p:spPr>
          <a:xfrm>
            <a:off x="2389717" y="612775"/>
            <a:ext cx="7315200" cy="4114800"/>
          </a:xfrm>
          <a:prstGeom prst="rect">
            <a:avLst/>
          </a:prstGeom>
          <a:noFill/>
          <a:ln>
            <a:noFill/>
          </a:ln>
        </p:spPr>
      </p:sp>
      <p:sp>
        <p:nvSpPr>
          <p:cNvPr id="67" name="Google Shape;67;p10"/>
          <p:cNvSpPr txBox="1">
            <a:spLocks noGrp="1"/>
          </p:cNvSpPr>
          <p:nvPr>
            <p:ph type="body" idx="1"/>
          </p:nvPr>
        </p:nvSpPr>
        <p:spPr>
          <a:xfrm>
            <a:off x="2389717" y="5367338"/>
            <a:ext cx="7315200" cy="8049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8" name="Google Shape;68;p10"/>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9" name="Google Shape;69;p10"/>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0" name="Google Shape;70;p10"/>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1"/>
        <p:cNvGrpSpPr/>
        <p:nvPr/>
      </p:nvGrpSpPr>
      <p:grpSpPr>
        <a:xfrm>
          <a:off x="0" y="0"/>
          <a:ext cx="0" cy="0"/>
          <a:chOff x="0" y="0"/>
          <a:chExt cx="0" cy="0"/>
        </a:xfrm>
      </p:grpSpPr>
      <p:sp>
        <p:nvSpPr>
          <p:cNvPr id="72" name="Google Shape;72;p1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3" name="Google Shape;73;p11"/>
          <p:cNvSpPr txBox="1">
            <a:spLocks noGrp="1"/>
          </p:cNvSpPr>
          <p:nvPr>
            <p:ph type="body" idx="1"/>
          </p:nvPr>
        </p:nvSpPr>
        <p:spPr>
          <a:xfrm rot="5400000">
            <a:off x="3670300" y="-1714499"/>
            <a:ext cx="4953000" cy="106680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74" name="Google Shape;74;p1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5" name="Google Shape;75;p1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6" name="Google Shape;76;p1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7"/>
        <p:cNvGrpSpPr/>
        <p:nvPr/>
      </p:nvGrpSpPr>
      <p:grpSpPr>
        <a:xfrm>
          <a:off x="0" y="0"/>
          <a:ext cx="0" cy="0"/>
          <a:chOff x="0" y="0"/>
          <a:chExt cx="0" cy="0"/>
        </a:xfrm>
      </p:grpSpPr>
      <p:sp>
        <p:nvSpPr>
          <p:cNvPr id="78" name="Google Shape;78;p12"/>
          <p:cNvSpPr txBox="1">
            <a:spLocks noGrp="1"/>
          </p:cNvSpPr>
          <p:nvPr>
            <p:ph type="title"/>
          </p:nvPr>
        </p:nvSpPr>
        <p:spPr>
          <a:xfrm rot="5400000">
            <a:off x="7285050" y="1828791"/>
            <a:ext cx="5851500" cy="27432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9" name="Google Shape;79;p12"/>
          <p:cNvSpPr txBox="1">
            <a:spLocks noGrp="1"/>
          </p:cNvSpPr>
          <p:nvPr>
            <p:ph type="body" idx="1"/>
          </p:nvPr>
        </p:nvSpPr>
        <p:spPr>
          <a:xfrm rot="5400000">
            <a:off x="1697000" y="-812859"/>
            <a:ext cx="5851500" cy="80265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80" name="Google Shape;80;p1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1" name="Google Shape;81;p1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2" name="Google Shape;82;p1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Clr>
                <a:srgbClr val="FF0000"/>
              </a:buClr>
              <a:buSzPts val="2800"/>
              <a:buFont typeface="Verdana"/>
              <a:buNone/>
              <a:defRPr sz="2800" b="1" i="0" u="none" strike="noStrike" cap="none">
                <a:solidFill>
                  <a:srgbClr val="FF0000"/>
                </a:solidFill>
                <a:latin typeface="Verdana"/>
                <a:ea typeface="Verdana"/>
                <a:cs typeface="Verdana"/>
                <a:sym typeface="Verdana"/>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marR="0" lvl="0" indent="-381000" algn="l" rtl="0">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8" name="Google Shape;8;p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9" name="Google Shape;9;p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10" name="Google Shape;10;p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Verdana"/>
                <a:ea typeface="Verdana"/>
                <a:cs typeface="Verdana"/>
                <a:sym typeface="Verdana"/>
              </a:defRPr>
            </a:lvl1pPr>
            <a:lvl2pPr marL="0" marR="0" lvl="1" indent="0" algn="r" rtl="0">
              <a:spcBef>
                <a:spcPts val="0"/>
              </a:spcBef>
              <a:buNone/>
              <a:defRPr sz="1200" b="0" i="0" u="none" strike="noStrike" cap="none">
                <a:solidFill>
                  <a:srgbClr val="888888"/>
                </a:solidFill>
                <a:latin typeface="Verdana"/>
                <a:ea typeface="Verdana"/>
                <a:cs typeface="Verdana"/>
                <a:sym typeface="Verdana"/>
              </a:defRPr>
            </a:lvl2pPr>
            <a:lvl3pPr marL="0" marR="0" lvl="2" indent="0" algn="r" rtl="0">
              <a:spcBef>
                <a:spcPts val="0"/>
              </a:spcBef>
              <a:buNone/>
              <a:defRPr sz="1200" b="0" i="0" u="none" strike="noStrike" cap="none">
                <a:solidFill>
                  <a:srgbClr val="888888"/>
                </a:solidFill>
                <a:latin typeface="Verdana"/>
                <a:ea typeface="Verdana"/>
                <a:cs typeface="Verdana"/>
                <a:sym typeface="Verdana"/>
              </a:defRPr>
            </a:lvl3pPr>
            <a:lvl4pPr marL="0" marR="0" lvl="3" indent="0" algn="r" rtl="0">
              <a:spcBef>
                <a:spcPts val="0"/>
              </a:spcBef>
              <a:buNone/>
              <a:defRPr sz="1200" b="0" i="0" u="none" strike="noStrike" cap="none">
                <a:solidFill>
                  <a:srgbClr val="888888"/>
                </a:solidFill>
                <a:latin typeface="Verdana"/>
                <a:ea typeface="Verdana"/>
                <a:cs typeface="Verdana"/>
                <a:sym typeface="Verdana"/>
              </a:defRPr>
            </a:lvl4pPr>
            <a:lvl5pPr marL="0" marR="0" lvl="4" indent="0" algn="r" rtl="0">
              <a:spcBef>
                <a:spcPts val="0"/>
              </a:spcBef>
              <a:buNone/>
              <a:defRPr sz="1200" b="0" i="0" u="none" strike="noStrike" cap="none">
                <a:solidFill>
                  <a:srgbClr val="888888"/>
                </a:solidFill>
                <a:latin typeface="Verdana"/>
                <a:ea typeface="Verdana"/>
                <a:cs typeface="Verdana"/>
                <a:sym typeface="Verdana"/>
              </a:defRPr>
            </a:lvl5pPr>
            <a:lvl6pPr marL="0" marR="0" lvl="5" indent="0" algn="r" rtl="0">
              <a:spcBef>
                <a:spcPts val="0"/>
              </a:spcBef>
              <a:buNone/>
              <a:defRPr sz="1200" b="0" i="0" u="none" strike="noStrike" cap="none">
                <a:solidFill>
                  <a:srgbClr val="888888"/>
                </a:solidFill>
                <a:latin typeface="Verdana"/>
                <a:ea typeface="Verdana"/>
                <a:cs typeface="Verdana"/>
                <a:sym typeface="Verdana"/>
              </a:defRPr>
            </a:lvl6pPr>
            <a:lvl7pPr marL="0" marR="0" lvl="6" indent="0" algn="r" rtl="0">
              <a:spcBef>
                <a:spcPts val="0"/>
              </a:spcBef>
              <a:buNone/>
              <a:defRPr sz="1200" b="0" i="0" u="none" strike="noStrike" cap="none">
                <a:solidFill>
                  <a:srgbClr val="888888"/>
                </a:solidFill>
                <a:latin typeface="Verdana"/>
                <a:ea typeface="Verdana"/>
                <a:cs typeface="Verdana"/>
                <a:sym typeface="Verdana"/>
              </a:defRPr>
            </a:lvl7pPr>
            <a:lvl8pPr marL="0" marR="0" lvl="7" indent="0" algn="r" rtl="0">
              <a:spcBef>
                <a:spcPts val="0"/>
              </a:spcBef>
              <a:buNone/>
              <a:defRPr sz="1200" b="0" i="0" u="none" strike="noStrike" cap="none">
                <a:solidFill>
                  <a:srgbClr val="888888"/>
                </a:solidFill>
                <a:latin typeface="Verdana"/>
                <a:ea typeface="Verdana"/>
                <a:cs typeface="Verdana"/>
                <a:sym typeface="Verdana"/>
              </a:defRPr>
            </a:lvl8pPr>
            <a:lvl9pPr marL="0" marR="0" lvl="8" indent="0" algn="r" rtl="0">
              <a:spcBef>
                <a:spcPts val="0"/>
              </a:spcBef>
              <a:buNone/>
              <a:defRPr sz="1200" b="0" i="0" u="none" strike="noStrike" cap="none">
                <a:solidFill>
                  <a:srgbClr val="888888"/>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GB"/>
              <a:t>‹#›</a:t>
            </a:fld>
            <a:endParaRPr/>
          </a:p>
        </p:txBody>
      </p:sp>
      <p:cxnSp>
        <p:nvCxnSpPr>
          <p:cNvPr id="11" name="Google Shape;11;p1"/>
          <p:cNvCxnSpPr/>
          <p:nvPr/>
        </p:nvCxnSpPr>
        <p:spPr>
          <a:xfrm>
            <a:off x="812800" y="914400"/>
            <a:ext cx="10668000" cy="0"/>
          </a:xfrm>
          <a:prstGeom prst="straightConnector1">
            <a:avLst/>
          </a:prstGeom>
          <a:noFill/>
          <a:ln w="57150" cap="flat" cmpd="thickThin">
            <a:solidFill>
              <a:schemeClr val="dk1"/>
            </a:solidFill>
            <a:prstDash val="solid"/>
            <a:round/>
            <a:headEnd type="none" w="med" len="med"/>
            <a:tailEnd type="none" w="med" len="med"/>
          </a:ln>
        </p:spPr>
      </p:cxnSp>
      <p:pic>
        <p:nvPicPr>
          <p:cNvPr id="12" name="Google Shape;12;p1"/>
          <p:cNvPicPr preferRelativeResize="0"/>
          <p:nvPr/>
        </p:nvPicPr>
        <p:blipFill rotWithShape="1">
          <a:blip r:embed="rId13">
            <a:alphaModFix/>
          </a:blip>
          <a:srcRect b="18046"/>
          <a:stretch/>
        </p:blipFill>
        <p:spPr>
          <a:xfrm>
            <a:off x="0" y="5991366"/>
            <a:ext cx="12192001" cy="866633"/>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s://github.com/varsha12345170/rural-education-project" TargetMode="External"/><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13"/>
          <p:cNvSpPr txBox="1">
            <a:spLocks noGrp="1"/>
          </p:cNvSpPr>
          <p:nvPr>
            <p:ph type="ctrTitle"/>
          </p:nvPr>
        </p:nvSpPr>
        <p:spPr>
          <a:xfrm>
            <a:off x="989655" y="820093"/>
            <a:ext cx="10270603" cy="962898"/>
          </a:xfrm>
          <a:prstGeom prst="rect">
            <a:avLst/>
          </a:prstGeom>
          <a:noFill/>
          <a:ln>
            <a:noFill/>
          </a:ln>
        </p:spPr>
        <p:txBody>
          <a:bodyPr spcFirstLastPara="1" wrap="square" lIns="91425" tIns="45700" rIns="91425" bIns="45700" anchor="ctr" anchorCtr="0">
            <a:noAutofit/>
          </a:bodyPr>
          <a:lstStyle/>
          <a:p>
            <a:pPr lvl="0" algn="ctr"/>
            <a:r>
              <a:rPr lang="en-US" sz="2200" dirty="0">
                <a:solidFill>
                  <a:schemeClr val="tx1"/>
                </a:solidFill>
                <a:latin typeface="Times New Roman" panose="02020603050405020304" pitchFamily="18" charset="0"/>
                <a:cs typeface="Times New Roman" panose="02020603050405020304" pitchFamily="18" charset="0"/>
              </a:rPr>
              <a:t>Ideate and Implement a System to Enhance the Quality of Education in Rural Areas</a:t>
            </a:r>
            <a:endParaRPr sz="2200" dirty="0">
              <a:solidFill>
                <a:schemeClr val="tx1"/>
              </a:solidFill>
              <a:latin typeface="Times New Roman" panose="02020603050405020304" pitchFamily="18" charset="0"/>
              <a:ea typeface="Cambria" panose="02040503050406030204" pitchFamily="18" charset="0"/>
              <a:cs typeface="Times New Roman" panose="02020603050405020304" pitchFamily="18" charset="0"/>
            </a:endParaRPr>
          </a:p>
        </p:txBody>
      </p:sp>
      <p:sp>
        <p:nvSpPr>
          <p:cNvPr id="88" name="Google Shape;88;p13"/>
          <p:cNvSpPr txBox="1">
            <a:spLocks noGrp="1"/>
          </p:cNvSpPr>
          <p:nvPr>
            <p:ph type="subTitle" idx="1"/>
          </p:nvPr>
        </p:nvSpPr>
        <p:spPr>
          <a:xfrm>
            <a:off x="636659" y="1688966"/>
            <a:ext cx="4391131" cy="5523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17365D"/>
              </a:buClr>
              <a:buSzPts val="2000"/>
              <a:buNone/>
            </a:pPr>
            <a:r>
              <a:rPr lang="en-GB" sz="1800" dirty="0">
                <a:latin typeface="Cambria" panose="02040503050406030204" pitchFamily="18" charset="0"/>
                <a:ea typeface="Cambria" panose="02040503050406030204" pitchFamily="18" charset="0"/>
              </a:rPr>
              <a:t>Batch Number:</a:t>
            </a:r>
            <a:endParaRPr sz="1800" dirty="0">
              <a:latin typeface="Cambria" panose="02040503050406030204" pitchFamily="18" charset="0"/>
              <a:ea typeface="Cambria" panose="02040503050406030204" pitchFamily="18" charset="0"/>
            </a:endParaRPr>
          </a:p>
        </p:txBody>
      </p:sp>
      <p:sp>
        <p:nvSpPr>
          <p:cNvPr id="90" name="Google Shape;90;p13"/>
          <p:cNvSpPr txBox="1"/>
          <p:nvPr/>
        </p:nvSpPr>
        <p:spPr>
          <a:xfrm>
            <a:off x="6440002" y="2148165"/>
            <a:ext cx="5514300" cy="202056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rgbClr val="17365D"/>
              </a:buClr>
              <a:buSzPts val="2000"/>
              <a:buFont typeface="Arial"/>
              <a:buNone/>
            </a:pP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Under the Supervision of,</a:t>
            </a:r>
            <a:endParaRPr sz="1800" dirty="0">
              <a:latin typeface="Cambria" panose="02040503050406030204" pitchFamily="18" charset="0"/>
              <a:ea typeface="Cambria" panose="02040503050406030204" pitchFamily="18" charset="0"/>
            </a:endParaRPr>
          </a:p>
          <a:p>
            <a:pPr marL="0" marR="0" lvl="0" indent="0" algn="ctr" rtl="0">
              <a:spcBef>
                <a:spcPts val="400"/>
              </a:spcBef>
              <a:spcAft>
                <a:spcPts val="0"/>
              </a:spcAft>
              <a:buClr>
                <a:srgbClr val="17365D"/>
              </a:buClr>
              <a:buSzPts val="2000"/>
              <a:buFont typeface="Arial"/>
              <a:buNone/>
            </a:pP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Dr./Mr./Ms./Prof.</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Professor / Associate Professor / Assistant Professor</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School of Computer Science and Engineering</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Presidency University</a:t>
            </a:r>
            <a:endParaRPr dirty="0">
              <a:latin typeface="Cambria" panose="02040503050406030204" pitchFamily="18" charset="0"/>
              <a:ea typeface="Cambria" panose="02040503050406030204" pitchFamily="18" charset="0"/>
            </a:endParaRPr>
          </a:p>
          <a:p>
            <a:pPr marL="0" marR="0" lvl="0" indent="0" algn="l" rtl="0">
              <a:spcBef>
                <a:spcPts val="400"/>
              </a:spcBef>
              <a:spcAft>
                <a:spcPts val="0"/>
              </a:spcAft>
              <a:buClr>
                <a:srgbClr val="17365D"/>
              </a:buClr>
              <a:buSzPts val="2000"/>
              <a:buFont typeface="Arial"/>
              <a:buNone/>
            </a:pP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graphicFrame>
        <p:nvGraphicFramePr>
          <p:cNvPr id="89" name="Google Shape;89;p13"/>
          <p:cNvGraphicFramePr/>
          <p:nvPr>
            <p:extLst>
              <p:ext uri="{D42A27DB-BD31-4B8C-83A1-F6EECF244321}">
                <p14:modId xmlns:p14="http://schemas.microsoft.com/office/powerpoint/2010/main" val="4286528304"/>
              </p:ext>
            </p:extLst>
          </p:nvPr>
        </p:nvGraphicFramePr>
        <p:xfrm>
          <a:off x="30145" y="2331750"/>
          <a:ext cx="5294971" cy="2743260"/>
        </p:xfrm>
        <a:graphic>
          <a:graphicData uri="http://schemas.openxmlformats.org/drawingml/2006/table">
            <a:tbl>
              <a:tblPr firstRow="1" bandRow="1">
                <a:noFill/>
                <a:tableStyleId>{57690726-49DA-4552-BDEB-330DD8EA8BD9}</a:tableStyleId>
              </a:tblPr>
              <a:tblGrid>
                <a:gridCol w="2227618">
                  <a:extLst>
                    <a:ext uri="{9D8B030D-6E8A-4147-A177-3AD203B41FA5}">
                      <a16:colId xmlns:a16="http://schemas.microsoft.com/office/drawing/2014/main" val="20000"/>
                    </a:ext>
                  </a:extLst>
                </a:gridCol>
                <a:gridCol w="3067353">
                  <a:extLst>
                    <a:ext uri="{9D8B030D-6E8A-4147-A177-3AD203B41FA5}">
                      <a16:colId xmlns:a16="http://schemas.microsoft.com/office/drawing/2014/main" val="20001"/>
                    </a:ext>
                  </a:extLst>
                </a:gridCol>
              </a:tblGrid>
              <a:tr h="285586">
                <a:tc>
                  <a:txBody>
                    <a:bodyPr/>
                    <a:lstStyle/>
                    <a:p>
                      <a:pPr marL="0" marR="0" lvl="1" indent="0" algn="ctr" rtl="0">
                        <a:spcBef>
                          <a:spcPts val="0"/>
                        </a:spcBef>
                        <a:spcAft>
                          <a:spcPts val="0"/>
                        </a:spcAft>
                        <a:buNone/>
                      </a:pPr>
                      <a:r>
                        <a:rPr lang="en-GB" sz="1800" b="1" u="none" strike="noStrike" cap="none" dirty="0">
                          <a:solidFill>
                            <a:srgbClr val="17365D"/>
                          </a:solidFill>
                        </a:rPr>
                        <a:t>Roll Number</a:t>
                      </a: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GB" sz="1800" b="1" u="none" strike="noStrike" cap="none" dirty="0">
                          <a:solidFill>
                            <a:srgbClr val="17365D"/>
                          </a:solidFill>
                        </a:rPr>
                        <a:t>Student Name</a:t>
                      </a:r>
                      <a:endParaRPr sz="1800" b="1" u="none" strike="noStrike" cap="none" dirty="0">
                        <a:solidFill>
                          <a:srgbClr val="17365D"/>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285586">
                <a:tc>
                  <a:txBody>
                    <a:bodyPr/>
                    <a:lstStyle/>
                    <a:p>
                      <a:pPr marL="0" marR="0" lvl="0" indent="0" algn="ctr" rtl="0">
                        <a:spcBef>
                          <a:spcPts val="0"/>
                        </a:spcBef>
                        <a:spcAft>
                          <a:spcPts val="0"/>
                        </a:spcAft>
                        <a:buFont typeface="+mj-lt"/>
                        <a:buNone/>
                      </a:pPr>
                      <a:r>
                        <a:rPr lang="en-IN" sz="1800" b="1" u="none" strike="noStrike" cap="none" dirty="0">
                          <a:latin typeface="Times New Roman" panose="02020603050405020304" pitchFamily="18" charset="0"/>
                          <a:cs typeface="Times New Roman" panose="02020603050405020304" pitchFamily="18" charset="0"/>
                        </a:rPr>
                        <a:t>20221IST0009</a:t>
                      </a: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IN" sz="1800" b="1" u="none" strike="noStrike" cap="none" dirty="0">
                          <a:latin typeface="Times New Roman" panose="02020603050405020304" pitchFamily="18" charset="0"/>
                          <a:cs typeface="Times New Roman" panose="02020603050405020304" pitchFamily="18" charset="0"/>
                        </a:rPr>
                        <a:t>YASHWITHA T</a:t>
                      </a: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499769">
                <a:tc>
                  <a:txBody>
                    <a:bodyPr/>
                    <a:lstStyle/>
                    <a:p>
                      <a:pPr marL="0" marR="0" lvl="0" indent="0" algn="ctr" rtl="0">
                        <a:spcBef>
                          <a:spcPts val="0"/>
                        </a:spcBef>
                        <a:spcAft>
                          <a:spcPts val="0"/>
                        </a:spcAft>
                        <a:buNone/>
                      </a:pPr>
                      <a:r>
                        <a:rPr lang="en-IN" sz="1800" b="1" u="none" strike="noStrike" cap="none" dirty="0">
                          <a:latin typeface="Times New Roman" panose="02020603050405020304" pitchFamily="18" charset="0"/>
                          <a:cs typeface="Times New Roman" panose="02020603050405020304" pitchFamily="18" charset="0"/>
                        </a:rPr>
                        <a:t>20221IST0011</a:t>
                      </a:r>
                      <a:endParaRPr sz="1800" b="1" u="none" strike="noStrike" cap="none" dirty="0">
                        <a:latin typeface="Times New Roman" panose="02020603050405020304" pitchFamily="18" charset="0"/>
                        <a:cs typeface="Times New Roman" panose="02020603050405020304" pitchFamily="18"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lang="en-IN" sz="1800" u="none" strike="noStrike" cap="none" dirty="0"/>
                    </a:p>
                    <a:p>
                      <a:pPr marL="0" marR="0" lvl="0" indent="0" algn="ctr" rtl="0">
                        <a:spcBef>
                          <a:spcPts val="0"/>
                        </a:spcBef>
                        <a:spcAft>
                          <a:spcPts val="0"/>
                        </a:spcAft>
                        <a:buNone/>
                      </a:pPr>
                      <a:r>
                        <a:rPr lang="en-IN" sz="1800" b="1" u="none" strike="noStrike" cap="none" dirty="0">
                          <a:latin typeface="Times New Roman" panose="02020603050405020304" pitchFamily="18" charset="0"/>
                          <a:cs typeface="Times New Roman" panose="02020603050405020304" pitchFamily="18" charset="0"/>
                        </a:rPr>
                        <a:t>GUDDITI YASHWANTH</a:t>
                      </a:r>
                    </a:p>
                    <a:p>
                      <a:pPr marL="0" marR="0" lvl="0" indent="0" algn="ctr" rtl="0">
                        <a:spcBef>
                          <a:spcPts val="0"/>
                        </a:spcBef>
                        <a:spcAft>
                          <a:spcPts val="0"/>
                        </a:spcAft>
                        <a:buNone/>
                      </a:pPr>
                      <a:r>
                        <a:rPr lang="en-IN" sz="1800" b="1" u="none" strike="noStrike" cap="none" dirty="0">
                          <a:latin typeface="Times New Roman" panose="02020603050405020304" pitchFamily="18" charset="0"/>
                          <a:cs typeface="Times New Roman" panose="02020603050405020304" pitchFamily="18" charset="0"/>
                        </a:rPr>
                        <a:t> KUMAR</a:t>
                      </a:r>
                      <a:endParaRPr sz="1800" b="1" u="none" strike="noStrike" cap="none" dirty="0">
                        <a:latin typeface="Times New Roman" panose="02020603050405020304" pitchFamily="18" charset="0"/>
                        <a:cs typeface="Times New Roman" panose="02020603050405020304" pitchFamily="18"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285586">
                <a:tc>
                  <a:txBody>
                    <a:bodyPr/>
                    <a:lstStyle/>
                    <a:p>
                      <a:pPr marL="0" marR="0" lvl="0" indent="0" algn="ctr" rtl="0">
                        <a:spcBef>
                          <a:spcPts val="0"/>
                        </a:spcBef>
                        <a:spcAft>
                          <a:spcPts val="0"/>
                        </a:spcAft>
                        <a:buNone/>
                      </a:pPr>
                      <a:r>
                        <a:rPr lang="en-IN" sz="1800" b="1" u="none" strike="noStrike" cap="none" dirty="0">
                          <a:latin typeface="Times New Roman" panose="02020603050405020304" pitchFamily="18" charset="0"/>
                          <a:cs typeface="Times New Roman" panose="02020603050405020304" pitchFamily="18" charset="0"/>
                        </a:rPr>
                        <a:t>20221IST0036</a:t>
                      </a:r>
                      <a:endParaRPr sz="1800" b="1" u="none" strike="noStrike" cap="none" dirty="0">
                        <a:latin typeface="Times New Roman" panose="02020603050405020304" pitchFamily="18" charset="0"/>
                        <a:cs typeface="Times New Roman" panose="02020603050405020304" pitchFamily="18"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IN" sz="1800" b="1" u="none" strike="noStrike" cap="none" dirty="0">
                          <a:latin typeface="Times New Roman" panose="02020603050405020304" pitchFamily="18" charset="0"/>
                          <a:cs typeface="Times New Roman" panose="02020603050405020304" pitchFamily="18" charset="0"/>
                        </a:rPr>
                        <a:t>VARSHA B</a:t>
                      </a:r>
                      <a:endParaRPr sz="1800" b="1" u="none" strike="noStrike" cap="none" dirty="0">
                        <a:latin typeface="Times New Roman" panose="02020603050405020304" pitchFamily="18" charset="0"/>
                        <a:cs typeface="Times New Roman" panose="02020603050405020304" pitchFamily="18"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285586">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4"/>
                  </a:ext>
                </a:extLst>
              </a:tr>
              <a:tr h="285586">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91" name="Google Shape;91;p13"/>
          <p:cNvSpPr txBox="1"/>
          <p:nvPr/>
        </p:nvSpPr>
        <p:spPr>
          <a:xfrm>
            <a:off x="2832225" y="136441"/>
            <a:ext cx="5498973" cy="729371"/>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Clr>
                <a:srgbClr val="17365D"/>
              </a:buClr>
              <a:buSzPct val="100000"/>
              <a:buFont typeface="Arial"/>
              <a:buNone/>
            </a:pPr>
            <a:r>
              <a:rPr lang="en-GB" sz="1800" b="1" dirty="0">
                <a:solidFill>
                  <a:srgbClr val="17365D"/>
                </a:solidFill>
                <a:latin typeface="Cambria" panose="02040503050406030204" pitchFamily="18" charset="0"/>
                <a:ea typeface="Cambria" panose="02040503050406030204" pitchFamily="18" charset="0"/>
                <a:cs typeface="Verdana"/>
                <a:sym typeface="Verdana"/>
              </a:rPr>
              <a:t>CSE7101-</a:t>
            </a: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 Capstone Project</a:t>
            </a:r>
            <a:endParaRPr sz="1800" dirty="0">
              <a:latin typeface="Cambria" panose="02040503050406030204" pitchFamily="18" charset="0"/>
              <a:ea typeface="Cambria" panose="02040503050406030204" pitchFamily="18" charset="0"/>
            </a:endParaRPr>
          </a:p>
          <a:p>
            <a:pPr marL="0" marR="0" lvl="0" indent="0" algn="ctr" rtl="0">
              <a:spcBef>
                <a:spcPts val="310"/>
              </a:spcBef>
              <a:spcAft>
                <a:spcPts val="0"/>
              </a:spcAft>
              <a:buClr>
                <a:srgbClr val="17365D"/>
              </a:buClr>
              <a:buSzPct val="100000"/>
              <a:buFont typeface="Arial"/>
              <a:buNone/>
            </a:pP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Review-1</a:t>
            </a:r>
            <a:endParaRPr sz="18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sp>
        <p:nvSpPr>
          <p:cNvPr id="8" name="Google Shape;91;p13"/>
          <p:cNvSpPr txBox="1"/>
          <p:nvPr/>
        </p:nvSpPr>
        <p:spPr>
          <a:xfrm>
            <a:off x="0" y="4669401"/>
            <a:ext cx="12249915" cy="1562100"/>
          </a:xfrm>
          <a:prstGeom prst="rect">
            <a:avLst/>
          </a:prstGeom>
          <a:noFill/>
          <a:ln>
            <a:noFill/>
          </a:ln>
        </p:spPr>
        <p:txBody>
          <a:bodyPr spcFirstLastPara="1" wrap="square" lIns="91425" tIns="45700" rIns="91425" bIns="45700" anchor="t" anchorCtr="0">
            <a:noAutofit/>
          </a:bodyPr>
          <a:lstStyle/>
          <a:p>
            <a:pPr marL="0" marR="0" lvl="0" indent="0" rtl="0">
              <a:spcBef>
                <a:spcPts val="0"/>
              </a:spcBef>
              <a:spcAft>
                <a:spcPts val="0"/>
              </a:spcAft>
              <a:buClr>
                <a:srgbClr val="17365D"/>
              </a:buClr>
              <a:buSzPct val="100000"/>
              <a:buFont typeface="Arial"/>
              <a:buNone/>
            </a:pPr>
            <a:r>
              <a:rPr lang="en-US" sz="18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a:t>
            </a:r>
            <a:r>
              <a:rPr lang="en-US" sz="1800" b="1" dirty="0">
                <a:solidFill>
                  <a:schemeClr val="accent1"/>
                </a:solidFill>
                <a:latin typeface="Cambria" panose="02040503050406030204" pitchFamily="18" charset="0"/>
                <a:ea typeface="Cambria" panose="02040503050406030204" pitchFamily="18" charset="0"/>
                <a:cs typeface="Verdana"/>
                <a:sym typeface="Verdana"/>
              </a:rPr>
              <a:t> B.TECH</a:t>
            </a:r>
            <a:endParaRPr lang="en-US" sz="1800" b="1" i="0" u="none" strike="noStrike" cap="none" dirty="0">
              <a:solidFill>
                <a:schemeClr val="accent1"/>
              </a:solidFill>
              <a:latin typeface="Cambria" panose="02040503050406030204" pitchFamily="18" charset="0"/>
              <a:ea typeface="Cambria" panose="02040503050406030204" pitchFamily="18" charset="0"/>
              <a:cs typeface="Verdana"/>
              <a:sym typeface="Verdana"/>
            </a:endParaRPr>
          </a:p>
          <a:p>
            <a:pPr marL="0" marR="0" lvl="0" indent="0" rtl="0">
              <a:spcBef>
                <a:spcPts val="0"/>
              </a:spcBef>
              <a:spcAft>
                <a:spcPts val="0"/>
              </a:spcAft>
              <a:buClr>
                <a:srgbClr val="17365D"/>
              </a:buClr>
              <a:buSzPct val="100000"/>
              <a:buFont typeface="Arial"/>
              <a:buNone/>
            </a:pPr>
            <a:r>
              <a:rPr lang="en-US" sz="1800" b="1" dirty="0">
                <a:solidFill>
                  <a:schemeClr val="accent1"/>
                </a:solidFill>
                <a:latin typeface="Cambria" panose="02040503050406030204" pitchFamily="18" charset="0"/>
                <a:ea typeface="Cambria" panose="02040503050406030204" pitchFamily="18" charset="0"/>
                <a:cs typeface="Verdana"/>
                <a:sym typeface="Verdana"/>
              </a:rPr>
              <a:t>Name of the HoD: </a:t>
            </a:r>
            <a:r>
              <a:rPr lang="en-US" sz="1800" b="1" dirty="0">
                <a:solidFill>
                  <a:srgbClr val="FF0000"/>
                </a:solidFill>
                <a:latin typeface="Cambria" panose="02040503050406030204" pitchFamily="18" charset="0"/>
                <a:ea typeface="Cambria" panose="02040503050406030204" pitchFamily="18" charset="0"/>
                <a:cs typeface="Verdana"/>
                <a:sym typeface="Verdana"/>
              </a:rPr>
              <a:t> Dr. Pallavi R</a:t>
            </a:r>
          </a:p>
          <a:p>
            <a:pPr lvl="0">
              <a:buClr>
                <a:srgbClr val="17365D"/>
              </a:buClr>
              <a:buSzPct val="100000"/>
            </a:pPr>
            <a:r>
              <a:rPr lang="en-US" sz="18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Project Coordinator: </a:t>
            </a:r>
            <a:r>
              <a:rPr lang="en-US" sz="1800" b="1" i="0" u="none" strike="noStrike" cap="none" dirty="0">
                <a:solidFill>
                  <a:srgbClr val="FF0000"/>
                </a:solidFill>
                <a:latin typeface="Cambria" panose="02040503050406030204" pitchFamily="18" charset="0"/>
                <a:ea typeface="Cambria" panose="02040503050406030204" pitchFamily="18" charset="0"/>
                <a:cs typeface="Verdana"/>
                <a:sym typeface="Verdana"/>
              </a:rPr>
              <a:t> Ms. Benitha </a:t>
            </a:r>
            <a:r>
              <a:rPr lang="en-US" sz="1800" b="1" i="0" u="none" strike="noStrike" cap="none" dirty="0" err="1">
                <a:solidFill>
                  <a:srgbClr val="FF0000"/>
                </a:solidFill>
                <a:latin typeface="Cambria" panose="02040503050406030204" pitchFamily="18" charset="0"/>
                <a:ea typeface="Cambria" panose="02040503050406030204" pitchFamily="18" charset="0"/>
                <a:cs typeface="Verdana"/>
                <a:sym typeface="Verdana"/>
              </a:rPr>
              <a:t>Christinal</a:t>
            </a:r>
            <a:r>
              <a:rPr lang="en-US" sz="1800" b="1" i="0" u="none" strike="noStrike" cap="none" dirty="0">
                <a:solidFill>
                  <a:srgbClr val="FF0000"/>
                </a:solidFill>
                <a:latin typeface="Cambria" panose="02040503050406030204" pitchFamily="18" charset="0"/>
                <a:ea typeface="Cambria" panose="02040503050406030204" pitchFamily="18" charset="0"/>
                <a:cs typeface="Verdana"/>
                <a:sym typeface="Verdana"/>
              </a:rPr>
              <a:t> J</a:t>
            </a:r>
            <a:endParaRPr lang="en-US" sz="1800" b="1" dirty="0">
              <a:solidFill>
                <a:srgbClr val="FF0000"/>
              </a:solidFill>
              <a:latin typeface="Cambria" panose="02040503050406030204" pitchFamily="18" charset="0"/>
              <a:ea typeface="Cambria" panose="02040503050406030204" pitchFamily="18" charset="0"/>
              <a:cs typeface="Verdana"/>
              <a:sym typeface="Verdana"/>
            </a:endParaRPr>
          </a:p>
          <a:p>
            <a:pPr lvl="0">
              <a:buClr>
                <a:srgbClr val="17365D"/>
              </a:buClr>
              <a:buSzPct val="100000"/>
            </a:pPr>
            <a:r>
              <a:rPr lang="en-US" sz="1800" b="1" dirty="0">
                <a:solidFill>
                  <a:schemeClr val="accent1"/>
                </a:solidFill>
                <a:latin typeface="Cambria" panose="02040503050406030204" pitchFamily="18" charset="0"/>
                <a:ea typeface="Cambria" panose="02040503050406030204" pitchFamily="18" charset="0"/>
                <a:cs typeface="Verdana"/>
                <a:sym typeface="Verdana"/>
              </a:rPr>
              <a:t>Name of the School Project Coordinators: </a:t>
            </a:r>
            <a:r>
              <a:rPr lang="en-US" sz="1800" b="1" i="0" u="none" strike="noStrike" cap="none" dirty="0">
                <a:solidFill>
                  <a:schemeClr val="tx1"/>
                </a:solidFill>
                <a:latin typeface="Cambria" panose="02040503050406030204" pitchFamily="18" charset="0"/>
                <a:ea typeface="Cambria" panose="02040503050406030204" pitchFamily="18" charset="0"/>
                <a:cs typeface="Verdana"/>
                <a:sym typeface="Verdana"/>
              </a:rPr>
              <a:t>Dr. </a:t>
            </a:r>
            <a:r>
              <a:rPr lang="en-US" sz="1800" b="1" i="0" u="none" strike="noStrike" cap="none" dirty="0" err="1">
                <a:solidFill>
                  <a:schemeClr val="tx1"/>
                </a:solidFill>
                <a:latin typeface="Cambria" panose="02040503050406030204" pitchFamily="18" charset="0"/>
                <a:ea typeface="Cambria" panose="02040503050406030204" pitchFamily="18" charset="0"/>
                <a:cs typeface="Verdana"/>
                <a:sym typeface="Verdana"/>
              </a:rPr>
              <a:t>Sampath</a:t>
            </a:r>
            <a:r>
              <a:rPr lang="en-US" sz="1800" b="1" i="0" u="none" strike="noStrike" cap="none" dirty="0">
                <a:solidFill>
                  <a:schemeClr val="tx1"/>
                </a:solidFill>
                <a:latin typeface="Cambria" panose="02040503050406030204" pitchFamily="18" charset="0"/>
                <a:ea typeface="Cambria" panose="02040503050406030204" pitchFamily="18" charset="0"/>
                <a:cs typeface="Verdana"/>
                <a:sym typeface="Verdana"/>
              </a:rPr>
              <a:t> A K , Dr. </a:t>
            </a:r>
            <a:r>
              <a:rPr lang="en-US" sz="1800" b="1" i="0" u="none" strike="noStrike" cap="none" dirty="0" err="1">
                <a:solidFill>
                  <a:schemeClr val="tx1"/>
                </a:solidFill>
                <a:latin typeface="Cambria" panose="02040503050406030204" pitchFamily="18" charset="0"/>
                <a:ea typeface="Cambria" panose="02040503050406030204" pitchFamily="18" charset="0"/>
                <a:cs typeface="Verdana"/>
                <a:sym typeface="Verdana"/>
              </a:rPr>
              <a:t>Geetha</a:t>
            </a:r>
            <a:r>
              <a:rPr lang="en-US" sz="1800" b="1" i="0" u="none" strike="noStrike" cap="none" dirty="0">
                <a:solidFill>
                  <a:schemeClr val="tx1"/>
                </a:solidFill>
                <a:latin typeface="Cambria" panose="02040503050406030204" pitchFamily="18" charset="0"/>
                <a:ea typeface="Cambria" panose="02040503050406030204" pitchFamily="18" charset="0"/>
                <a:cs typeface="Verdana"/>
                <a:sym typeface="Verdana"/>
              </a:rPr>
              <a:t> A </a:t>
            </a:r>
            <a:endParaRPr sz="1800" b="1" i="0" u="none" strike="noStrike" cap="none" dirty="0">
              <a:solidFill>
                <a:schemeClr val="tx1"/>
              </a:solidFill>
              <a:latin typeface="Cambria" panose="02040503050406030204" pitchFamily="18" charset="0"/>
              <a:ea typeface="Cambria" panose="02040503050406030204" pitchFamily="18" charset="0"/>
              <a:cs typeface="Verdana"/>
              <a:sym typeface="Verdan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lvl="0"/>
            <a:r>
              <a:rPr lang="en-GB" dirty="0">
                <a:latin typeface="Times New Roman" panose="02020603050405020304" pitchFamily="18" charset="0"/>
                <a:ea typeface="Cambria" panose="02040503050406030204" pitchFamily="18" charset="0"/>
                <a:cs typeface="Times New Roman" panose="02020603050405020304" pitchFamily="18" charset="0"/>
              </a:rPr>
              <a:t>Problem Statement Number:  </a:t>
            </a:r>
            <a:r>
              <a:rPr lang="en-IN" dirty="0">
                <a:latin typeface="Times New Roman" panose="02020603050405020304" pitchFamily="18" charset="0"/>
                <a:cs typeface="Times New Roman" panose="02020603050405020304" pitchFamily="18" charset="0"/>
              </a:rPr>
              <a:t>PSCS_32</a:t>
            </a:r>
            <a:r>
              <a:rPr lang="en-GB" dirty="0">
                <a:latin typeface="Times New Roman" panose="02020603050405020304" pitchFamily="18" charset="0"/>
                <a:ea typeface="Cambria" panose="02040503050406030204" pitchFamily="18" charset="0"/>
                <a:cs typeface="Times New Roman" panose="02020603050405020304" pitchFamily="18" charset="0"/>
              </a:rPr>
              <a:t> </a:t>
            </a:r>
            <a:endParaRPr dirty="0">
              <a:latin typeface="Times New Roman" panose="02020603050405020304" pitchFamily="18" charset="0"/>
              <a:ea typeface="Cambria" panose="02040503050406030204" pitchFamily="18" charset="0"/>
              <a:cs typeface="Times New Roman" panose="02020603050405020304" pitchFamily="18" charset="0"/>
            </a:endParaRPr>
          </a:p>
        </p:txBody>
      </p:sp>
      <p:sp>
        <p:nvSpPr>
          <p:cNvPr id="97" name="Google Shape;97;p14"/>
          <p:cNvSpPr txBox="1">
            <a:spLocks noGrp="1"/>
          </p:cNvSpPr>
          <p:nvPr>
            <p:ph type="body" idx="1"/>
          </p:nvPr>
        </p:nvSpPr>
        <p:spPr>
          <a:xfrm>
            <a:off x="762000" y="952500"/>
            <a:ext cx="9899301" cy="4684626"/>
          </a:xfrm>
          <a:prstGeom prst="rect">
            <a:avLst/>
          </a:prstGeom>
          <a:noFill/>
          <a:ln>
            <a:noFill/>
          </a:ln>
        </p:spPr>
        <p:txBody>
          <a:bodyPr spcFirstLastPara="1" wrap="square" lIns="91425" tIns="45700" rIns="91425" bIns="45700" anchor="t" anchorCtr="0">
            <a:noAutofit/>
          </a:bodyPr>
          <a:lstStyle/>
          <a:p>
            <a:pPr marL="342900" lvl="0" indent="-190500" algn="just">
              <a:spcBef>
                <a:spcPts val="0"/>
              </a:spcBef>
              <a:buNone/>
            </a:pPr>
            <a:r>
              <a:rPr lang="en-US" sz="1800" b="1" dirty="0">
                <a:latin typeface="Times New Roman" panose="02020603050405020304" pitchFamily="18" charset="0"/>
                <a:ea typeface="Cambria" panose="02040503050406030204" pitchFamily="18" charset="0"/>
                <a:cs typeface="Times New Roman" panose="02020603050405020304" pitchFamily="18" charset="0"/>
              </a:rPr>
              <a:t>Organization</a:t>
            </a:r>
            <a:r>
              <a:rPr lang="en-US" sz="1800" dirty="0">
                <a:latin typeface="Times New Roman" panose="02020603050405020304" pitchFamily="18" charset="0"/>
                <a:ea typeface="Cambria" panose="02040503050406030204" pitchFamily="18" charset="0"/>
                <a:cs typeface="Times New Roman" panose="02020603050405020304" pitchFamily="18" charset="0"/>
              </a:rPr>
              <a:t>:   Government of Kerala</a:t>
            </a:r>
          </a:p>
          <a:p>
            <a:pPr marL="342900" lvl="0" indent="-190500" algn="just">
              <a:lnSpc>
                <a:spcPct val="200000"/>
              </a:lnSpc>
              <a:spcBef>
                <a:spcPts val="0"/>
              </a:spcBef>
              <a:buNone/>
            </a:pPr>
            <a:r>
              <a:rPr lang="en-US" sz="1800" b="1" dirty="0">
                <a:latin typeface="Times New Roman" panose="02020603050405020304" pitchFamily="18" charset="0"/>
                <a:ea typeface="Cambria" panose="02040503050406030204" pitchFamily="18" charset="0"/>
                <a:cs typeface="Times New Roman" panose="02020603050405020304" pitchFamily="18" charset="0"/>
              </a:rPr>
              <a:t>Category (Hardware / Software / Both) </a:t>
            </a:r>
            <a:r>
              <a:rPr lang="en-US" sz="1800" dirty="0">
                <a:latin typeface="Times New Roman" panose="02020603050405020304" pitchFamily="18" charset="0"/>
                <a:ea typeface="Cambria" panose="02040503050406030204" pitchFamily="18" charset="0"/>
                <a:cs typeface="Times New Roman" panose="02020603050405020304" pitchFamily="18" charset="0"/>
              </a:rPr>
              <a:t>:   Software</a:t>
            </a:r>
          </a:p>
          <a:p>
            <a:pPr marL="342900" lvl="0" indent="-190500" algn="just">
              <a:lnSpc>
                <a:spcPct val="200000"/>
              </a:lnSpc>
              <a:spcBef>
                <a:spcPts val="0"/>
              </a:spcBef>
              <a:buNone/>
            </a:pPr>
            <a:r>
              <a:rPr lang="en-US" sz="1800" b="1" dirty="0">
                <a:latin typeface="Times New Roman" panose="02020603050405020304" pitchFamily="18" charset="0"/>
                <a:ea typeface="Cambria" panose="02040503050406030204" pitchFamily="18" charset="0"/>
                <a:cs typeface="Times New Roman" panose="02020603050405020304" pitchFamily="18" charset="0"/>
              </a:rPr>
              <a:t>Problem Description:</a:t>
            </a:r>
          </a:p>
          <a:p>
            <a:pPr marL="342900" lvl="0" indent="-190500" algn="just">
              <a:lnSpc>
                <a:spcPct val="200000"/>
              </a:lnSpc>
              <a:spcBef>
                <a:spcPts val="0"/>
              </a:spcBef>
              <a:buNone/>
            </a:pPr>
            <a:r>
              <a:rPr lang="en-US" sz="1800" dirty="0">
                <a:latin typeface="Times New Roman" panose="02020603050405020304" pitchFamily="18" charset="0"/>
                <a:ea typeface="Cambria" panose="02040503050406030204" pitchFamily="18" charset="0"/>
                <a:cs typeface="Times New Roman" panose="02020603050405020304" pitchFamily="18" charset="0"/>
              </a:rPr>
              <a:t>Ideate and implement a system to enhance the quality of education in rural areas. The aim of the system is not only to improve literacy rates but also to strengthen the overall learning experience for rural students. This includes developing their communication skills, enhancing subject knowledge, and providing access to modern educational resources. The system will focus on bridging the gap between urban and rural education by offering both online and offline learning opportunities. It will also promote skill development, mentorship, and awareness about government schemes, ultimately contributing to the personal and professional growth of the targeted community.</a:t>
            </a:r>
          </a:p>
        </p:txBody>
      </p:sp>
    </p:spTree>
    <p:extLst>
      <p:ext uri="{BB962C8B-B14F-4D97-AF65-F5344CB8AC3E}">
        <p14:creationId xmlns:p14="http://schemas.microsoft.com/office/powerpoint/2010/main" val="21434518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121D80-435A-7967-86E9-1CB2D2A06E91}"/>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Objectives</a:t>
            </a:r>
            <a:r>
              <a:rPr lang="en-IN" dirty="0"/>
              <a:t> </a:t>
            </a:r>
          </a:p>
        </p:txBody>
      </p:sp>
      <p:sp>
        <p:nvSpPr>
          <p:cNvPr id="4" name="Rectangle 1">
            <a:extLst>
              <a:ext uri="{FF2B5EF4-FFF2-40B4-BE49-F238E27FC236}">
                <a16:creationId xmlns:a16="http://schemas.microsoft.com/office/drawing/2014/main" id="{D985A655-41B6-F3D0-E5FC-248E64CA114F}"/>
              </a:ext>
            </a:extLst>
          </p:cNvPr>
          <p:cNvSpPr>
            <a:spLocks noGrp="1" noChangeArrowheads="1"/>
          </p:cNvSpPr>
          <p:nvPr>
            <p:ph type="body" idx="1"/>
          </p:nvPr>
        </p:nvSpPr>
        <p:spPr bwMode="auto">
          <a:xfrm>
            <a:off x="501300" y="1070154"/>
            <a:ext cx="10391112" cy="41549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indent="-457200" eaLnBrk="0" fontAlgn="base" hangingPunct="0">
              <a:spcBef>
                <a:spcPct val="0"/>
              </a:spcBef>
              <a:spcAft>
                <a:spcPct val="0"/>
              </a:spcAft>
              <a:buClrTx/>
              <a:buSzTx/>
              <a:buFont typeface="Wingdings" panose="05000000000000000000" pitchFamily="2" charset="2"/>
              <a:buChar char="q"/>
            </a:pPr>
            <a:r>
              <a:rPr lang="en-US" altLang="en-US" sz="2000" dirty="0">
                <a:solidFill>
                  <a:schemeClr val="tx1"/>
                </a:solidFill>
                <a:latin typeface="Times New Roman" panose="02020603050405020304" pitchFamily="18" charset="0"/>
                <a:cs typeface="Times New Roman" panose="02020603050405020304" pitchFamily="18" charset="0"/>
              </a:rPr>
              <a:t>To develop a web-based learning system for rural students.</a:t>
            </a:r>
          </a:p>
          <a:p>
            <a:pPr lvl="0" indent="-457200" eaLnBrk="0" fontAlgn="base" hangingPunct="0">
              <a:spcBef>
                <a:spcPct val="0"/>
              </a:spcBef>
              <a:spcAft>
                <a:spcPct val="0"/>
              </a:spcAft>
              <a:buClrTx/>
              <a:buSzTx/>
              <a:buFont typeface="Wingdings" panose="05000000000000000000" pitchFamily="2" charset="2"/>
              <a:buChar char="q"/>
            </a:pPr>
            <a:endParaRPr lang="en-US" altLang="en-US" sz="2000" dirty="0">
              <a:solidFill>
                <a:schemeClr val="tx1"/>
              </a:solidFill>
              <a:latin typeface="Times New Roman" panose="02020603050405020304" pitchFamily="18" charset="0"/>
              <a:cs typeface="Times New Roman" panose="02020603050405020304" pitchFamily="18" charset="0"/>
            </a:endParaRPr>
          </a:p>
          <a:p>
            <a:pPr lvl="0" indent="-457200" eaLnBrk="0" fontAlgn="base" hangingPunct="0">
              <a:spcBef>
                <a:spcPct val="0"/>
              </a:spcBef>
              <a:spcAft>
                <a:spcPct val="0"/>
              </a:spcAft>
              <a:buClrTx/>
              <a:buSzTx/>
              <a:buFont typeface="Wingdings" panose="05000000000000000000" pitchFamily="2" charset="2"/>
              <a:buChar char="q"/>
            </a:pPr>
            <a:r>
              <a:rPr lang="en-US" altLang="en-US" sz="2000" dirty="0">
                <a:solidFill>
                  <a:schemeClr val="tx1"/>
                </a:solidFill>
                <a:latin typeface="Times New Roman" panose="02020603050405020304" pitchFamily="18" charset="0"/>
                <a:cs typeface="Times New Roman" panose="02020603050405020304" pitchFamily="18" charset="0"/>
              </a:rPr>
              <a:t>To provide educational content offline without internet dependency.</a:t>
            </a:r>
          </a:p>
          <a:p>
            <a:pPr lvl="0" indent="-457200" eaLnBrk="0" fontAlgn="base" hangingPunct="0">
              <a:spcBef>
                <a:spcPct val="0"/>
              </a:spcBef>
              <a:spcAft>
                <a:spcPct val="0"/>
              </a:spcAft>
              <a:buClrTx/>
              <a:buSzTx/>
              <a:buFont typeface="Wingdings" panose="05000000000000000000" pitchFamily="2" charset="2"/>
              <a:buChar char="q"/>
            </a:pPr>
            <a:endParaRPr lang="en-US" altLang="en-US" sz="2000" dirty="0">
              <a:solidFill>
                <a:schemeClr val="tx1"/>
              </a:solidFill>
              <a:latin typeface="Times New Roman" panose="02020603050405020304" pitchFamily="18" charset="0"/>
              <a:cs typeface="Times New Roman" panose="02020603050405020304" pitchFamily="18" charset="0"/>
            </a:endParaRPr>
          </a:p>
          <a:p>
            <a:pPr lvl="0" indent="-457200" eaLnBrk="0" fontAlgn="base" hangingPunct="0">
              <a:spcBef>
                <a:spcPct val="0"/>
              </a:spcBef>
              <a:spcAft>
                <a:spcPct val="0"/>
              </a:spcAft>
              <a:buClrTx/>
              <a:buSzTx/>
              <a:buFont typeface="Wingdings" panose="05000000000000000000" pitchFamily="2" charset="2"/>
              <a:buChar char="q"/>
            </a:pPr>
            <a:r>
              <a:rPr lang="en-US" altLang="en-US" sz="2000" dirty="0">
                <a:solidFill>
                  <a:schemeClr val="tx1"/>
                </a:solidFill>
                <a:latin typeface="Times New Roman" panose="02020603050405020304" pitchFamily="18" charset="0"/>
                <a:cs typeface="Times New Roman" panose="02020603050405020304" pitchFamily="18" charset="0"/>
              </a:rPr>
              <a:t>To allow teachers to upload lessons and quizzes easily.</a:t>
            </a:r>
          </a:p>
          <a:p>
            <a:pPr lvl="0" indent="-457200" eaLnBrk="0" fontAlgn="base" hangingPunct="0">
              <a:spcBef>
                <a:spcPct val="0"/>
              </a:spcBef>
              <a:spcAft>
                <a:spcPct val="0"/>
              </a:spcAft>
              <a:buClrTx/>
              <a:buSzTx/>
              <a:buFont typeface="Wingdings" panose="05000000000000000000" pitchFamily="2" charset="2"/>
              <a:buChar char="q"/>
            </a:pPr>
            <a:endParaRPr lang="en-US" altLang="en-US" sz="2000" dirty="0">
              <a:solidFill>
                <a:schemeClr val="tx1"/>
              </a:solidFill>
              <a:latin typeface="Times New Roman" panose="02020603050405020304" pitchFamily="18" charset="0"/>
              <a:cs typeface="Times New Roman" panose="02020603050405020304" pitchFamily="18" charset="0"/>
            </a:endParaRPr>
          </a:p>
          <a:p>
            <a:pPr lvl="0" indent="-457200" eaLnBrk="0" fontAlgn="base" hangingPunct="0">
              <a:spcBef>
                <a:spcPct val="0"/>
              </a:spcBef>
              <a:spcAft>
                <a:spcPct val="0"/>
              </a:spcAft>
              <a:buClrTx/>
              <a:buSzTx/>
              <a:buFont typeface="Wingdings" panose="05000000000000000000" pitchFamily="2" charset="2"/>
              <a:buChar char="q"/>
            </a:pPr>
            <a:r>
              <a:rPr lang="en-US" altLang="en-US" sz="2000" dirty="0">
                <a:solidFill>
                  <a:schemeClr val="tx1"/>
                </a:solidFill>
                <a:latin typeface="Times New Roman" panose="02020603050405020304" pitchFamily="18" charset="0"/>
                <a:cs typeface="Times New Roman" panose="02020603050405020304" pitchFamily="18" charset="0"/>
              </a:rPr>
              <a:t>To enable students to access lessons and take tests on any device.</a:t>
            </a:r>
          </a:p>
          <a:p>
            <a:pPr lvl="0" indent="-457200" eaLnBrk="0" fontAlgn="base" hangingPunct="0">
              <a:spcBef>
                <a:spcPct val="0"/>
              </a:spcBef>
              <a:spcAft>
                <a:spcPct val="0"/>
              </a:spcAft>
              <a:buClrTx/>
              <a:buSzTx/>
              <a:buFont typeface="Wingdings" panose="05000000000000000000" pitchFamily="2" charset="2"/>
              <a:buChar char="q"/>
            </a:pPr>
            <a:endParaRPr lang="en-US" altLang="en-US" sz="2000" dirty="0">
              <a:solidFill>
                <a:schemeClr val="tx1"/>
              </a:solidFill>
              <a:latin typeface="Times New Roman" panose="02020603050405020304" pitchFamily="18" charset="0"/>
              <a:cs typeface="Times New Roman" panose="02020603050405020304" pitchFamily="18" charset="0"/>
            </a:endParaRPr>
          </a:p>
          <a:p>
            <a:pPr lvl="0" indent="-457200" eaLnBrk="0" fontAlgn="base" hangingPunct="0">
              <a:spcBef>
                <a:spcPct val="0"/>
              </a:spcBef>
              <a:spcAft>
                <a:spcPct val="0"/>
              </a:spcAft>
              <a:buClrTx/>
              <a:buSzTx/>
              <a:buFont typeface="Wingdings" panose="05000000000000000000" pitchFamily="2" charset="2"/>
              <a:buChar char="q"/>
            </a:pPr>
            <a:r>
              <a:rPr lang="en-US" altLang="en-US" sz="2000" dirty="0">
                <a:solidFill>
                  <a:schemeClr val="tx1"/>
                </a:solidFill>
                <a:latin typeface="Times New Roman" panose="02020603050405020304" pitchFamily="18" charset="0"/>
                <a:cs typeface="Times New Roman" panose="02020603050405020304" pitchFamily="18" charset="0"/>
              </a:rPr>
              <a:t>To track student progress and show reports through charts.</a:t>
            </a:r>
          </a:p>
          <a:p>
            <a:pPr lvl="0" indent="-457200" eaLnBrk="0" fontAlgn="base" hangingPunct="0">
              <a:spcBef>
                <a:spcPct val="0"/>
              </a:spcBef>
              <a:spcAft>
                <a:spcPct val="0"/>
              </a:spcAft>
              <a:buClrTx/>
              <a:buSzTx/>
              <a:buFont typeface="Wingdings" panose="05000000000000000000" pitchFamily="2" charset="2"/>
              <a:buChar char="q"/>
            </a:pPr>
            <a:endParaRPr lang="en-US" altLang="en-US" sz="2000" dirty="0">
              <a:solidFill>
                <a:schemeClr val="tx1"/>
              </a:solidFill>
              <a:latin typeface="Times New Roman" panose="02020603050405020304" pitchFamily="18" charset="0"/>
              <a:cs typeface="Times New Roman" panose="02020603050405020304" pitchFamily="18" charset="0"/>
            </a:endParaRPr>
          </a:p>
          <a:p>
            <a:pPr lvl="0" indent="-457200" eaLnBrk="0" fontAlgn="base" hangingPunct="0">
              <a:spcBef>
                <a:spcPct val="0"/>
              </a:spcBef>
              <a:spcAft>
                <a:spcPct val="0"/>
              </a:spcAft>
              <a:buClrTx/>
              <a:buSzTx/>
              <a:buFont typeface="Wingdings" panose="05000000000000000000" pitchFamily="2" charset="2"/>
              <a:buChar char="q"/>
            </a:pPr>
            <a:r>
              <a:rPr lang="en-US" altLang="en-US" sz="2000" dirty="0">
                <a:solidFill>
                  <a:schemeClr val="tx1"/>
                </a:solidFill>
                <a:latin typeface="Times New Roman" panose="02020603050405020304" pitchFamily="18" charset="0"/>
                <a:cs typeface="Times New Roman" panose="02020603050405020304" pitchFamily="18" charset="0"/>
              </a:rPr>
              <a:t>To make the system low-cost, simple, and easy to use.</a:t>
            </a:r>
          </a:p>
          <a:p>
            <a:pPr lvl="0" indent="-457200" eaLnBrk="0" fontAlgn="base" hangingPunct="0">
              <a:spcBef>
                <a:spcPct val="0"/>
              </a:spcBef>
              <a:spcAft>
                <a:spcPct val="0"/>
              </a:spcAft>
              <a:buClrTx/>
              <a:buSzTx/>
              <a:buFont typeface="Wingdings" panose="05000000000000000000" pitchFamily="2" charset="2"/>
              <a:buChar char="q"/>
            </a:pPr>
            <a:endParaRPr lang="en-US" altLang="en-US" sz="2000" dirty="0">
              <a:solidFill>
                <a:schemeClr val="tx1"/>
              </a:solidFill>
              <a:latin typeface="Times New Roman" panose="02020603050405020304" pitchFamily="18" charset="0"/>
              <a:cs typeface="Times New Roman" panose="02020603050405020304" pitchFamily="18" charset="0"/>
            </a:endParaRPr>
          </a:p>
          <a:p>
            <a:pPr lvl="0" indent="-457200" eaLnBrk="0" fontAlgn="base" hangingPunct="0">
              <a:spcBef>
                <a:spcPct val="0"/>
              </a:spcBef>
              <a:spcAft>
                <a:spcPct val="0"/>
              </a:spcAft>
              <a:buClrTx/>
              <a:buSzTx/>
              <a:buFont typeface="Wingdings" panose="05000000000000000000" pitchFamily="2" charset="2"/>
              <a:buChar char="q"/>
            </a:pPr>
            <a:r>
              <a:rPr lang="en-US" altLang="en-US" sz="2000" dirty="0">
                <a:solidFill>
                  <a:schemeClr val="tx1"/>
                </a:solidFill>
                <a:latin typeface="Times New Roman" panose="02020603050405020304" pitchFamily="18" charset="0"/>
                <a:cs typeface="Times New Roman" panose="02020603050405020304" pitchFamily="18" charset="0"/>
              </a:rPr>
              <a:t>To support learning even in areas with limited electricity and network.</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139064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B344B8-5F91-5582-6888-072866AB73F3}"/>
              </a:ext>
            </a:extLst>
          </p:cNvPr>
          <p:cNvSpPr>
            <a:spLocks noGrp="1"/>
          </p:cNvSpPr>
          <p:nvPr>
            <p:ph type="title"/>
          </p:nvPr>
        </p:nvSpPr>
        <p:spPr>
          <a:xfrm>
            <a:off x="973573" y="144008"/>
            <a:ext cx="10668000" cy="770391"/>
          </a:xfrm>
        </p:spPr>
        <p:txBody>
          <a:bodyPr/>
          <a:lstStyle/>
          <a:p>
            <a:r>
              <a:rPr lang="en-IN" dirty="0">
                <a:latin typeface="Times New Roman" panose="02020603050405020304" pitchFamily="18" charset="0"/>
                <a:cs typeface="Times New Roman" panose="02020603050405020304" pitchFamily="18" charset="0"/>
              </a:rPr>
              <a:t>Background and Related work for title Selection</a:t>
            </a:r>
          </a:p>
        </p:txBody>
      </p:sp>
      <p:sp>
        <p:nvSpPr>
          <p:cNvPr id="3" name="Text Placeholder 2">
            <a:extLst>
              <a:ext uri="{FF2B5EF4-FFF2-40B4-BE49-F238E27FC236}">
                <a16:creationId xmlns:a16="http://schemas.microsoft.com/office/drawing/2014/main" id="{EFBC6DA6-11FD-F233-7DCE-5AEB3F59734A}"/>
              </a:ext>
            </a:extLst>
          </p:cNvPr>
          <p:cNvSpPr>
            <a:spLocks noGrp="1"/>
          </p:cNvSpPr>
          <p:nvPr>
            <p:ph type="body" idx="1"/>
          </p:nvPr>
        </p:nvSpPr>
        <p:spPr>
          <a:xfrm>
            <a:off x="762000" y="1474597"/>
            <a:ext cx="10668000" cy="4953000"/>
          </a:xfrm>
        </p:spPr>
        <p:txBody>
          <a:bodyPr>
            <a:normAutofit/>
          </a:bodyPr>
          <a:lstStyle/>
          <a:p>
            <a:pPr marL="76200" indent="0">
              <a:buNone/>
            </a:pPr>
            <a:r>
              <a:rPr lang="en-US" sz="2000" b="1" dirty="0">
                <a:latin typeface="Times New Roman" panose="02020603050405020304" pitchFamily="18" charset="0"/>
                <a:cs typeface="Times New Roman" panose="02020603050405020304" pitchFamily="18" charset="0"/>
              </a:rPr>
              <a:t>Background</a:t>
            </a:r>
          </a:p>
          <a:p>
            <a:endParaRPr lang="en-US" sz="2000" dirty="0">
              <a:latin typeface="Times New Roman" panose="02020603050405020304" pitchFamily="18" charset="0"/>
              <a:cs typeface="Times New Roman" panose="02020603050405020304" pitchFamily="18" charset="0"/>
            </a:endParaRPr>
          </a:p>
          <a:p>
            <a:pPr>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Lack of access to quality study material</a:t>
            </a:r>
          </a:p>
          <a:p>
            <a:pPr>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Limited availability of skilled teachers and mentors</a:t>
            </a:r>
          </a:p>
          <a:p>
            <a:pPr>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Poor internet connectivity</a:t>
            </a:r>
          </a:p>
          <a:p>
            <a:pPr>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Low awareness about government schemes and employment opportunities</a:t>
            </a:r>
          </a:p>
          <a:p>
            <a:pPr>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SDG 4: Ensure inclusive and equitable quality education for all</a:t>
            </a:r>
          </a:p>
          <a:p>
            <a:pPr>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SDG 8: Promote sustained, inclusive economic growth and employment</a:t>
            </a:r>
          </a:p>
          <a:p>
            <a:endParaRPr lang="en-US" sz="2000" dirty="0">
              <a:latin typeface="Times New Roman" panose="02020603050405020304" pitchFamily="18" charset="0"/>
              <a:cs typeface="Times New Roman" panose="02020603050405020304" pitchFamily="18" charset="0"/>
            </a:endParaRPr>
          </a:p>
          <a:p>
            <a:pPr marL="76200" indent="0">
              <a:buNone/>
            </a:pPr>
            <a:r>
              <a:rPr lang="en-US" sz="2000" dirty="0">
                <a:latin typeface="Times New Roman" panose="02020603050405020304" pitchFamily="18" charset="0"/>
                <a:cs typeface="Times New Roman" panose="02020603050405020304" pitchFamily="18" charset="0"/>
              </a:rPr>
              <a:t>.</a:t>
            </a:r>
          </a:p>
          <a:p>
            <a:endParaRPr lang="en-US" sz="1800" dirty="0">
              <a:latin typeface="Times New Roman" panose="02020603050405020304" pitchFamily="18" charset="0"/>
              <a:cs typeface="Times New Roman" panose="02020603050405020304" pitchFamily="18" charset="0"/>
            </a:endParaRPr>
          </a:p>
          <a:p>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691004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4E8EBC-6E04-B8ED-353C-84928A891270}"/>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Background and Related work for title Selection (</a:t>
            </a:r>
            <a:r>
              <a:rPr lang="en-IN" dirty="0" err="1">
                <a:latin typeface="Times New Roman" panose="02020603050405020304" pitchFamily="18" charset="0"/>
                <a:cs typeface="Times New Roman" panose="02020603050405020304" pitchFamily="18" charset="0"/>
              </a:rPr>
              <a:t>contd</a:t>
            </a:r>
            <a:r>
              <a:rPr lang="en-IN" dirty="0">
                <a:latin typeface="Times New Roman" panose="02020603050405020304" pitchFamily="18" charset="0"/>
                <a:cs typeface="Times New Roman" panose="02020603050405020304" pitchFamily="18" charset="0"/>
              </a:rPr>
              <a:t>….) </a:t>
            </a:r>
            <a:endParaRPr lang="en-IN" dirty="0"/>
          </a:p>
        </p:txBody>
      </p:sp>
      <p:sp>
        <p:nvSpPr>
          <p:cNvPr id="3" name="Text Placeholder 2">
            <a:extLst>
              <a:ext uri="{FF2B5EF4-FFF2-40B4-BE49-F238E27FC236}">
                <a16:creationId xmlns:a16="http://schemas.microsoft.com/office/drawing/2014/main" id="{5F010711-B0D6-CDA8-8439-D7C9C68F6CC9}"/>
              </a:ext>
            </a:extLst>
          </p:cNvPr>
          <p:cNvSpPr>
            <a:spLocks noGrp="1"/>
          </p:cNvSpPr>
          <p:nvPr>
            <p:ph type="body" idx="1"/>
          </p:nvPr>
        </p:nvSpPr>
        <p:spPr/>
        <p:txBody>
          <a:bodyPr>
            <a:normAutofit lnSpcReduction="10000"/>
          </a:bodyPr>
          <a:lstStyle/>
          <a:p>
            <a:pPr marL="76200" indent="0">
              <a:buNone/>
            </a:pPr>
            <a:r>
              <a:rPr lang="en-US" sz="2200" b="1" dirty="0">
                <a:latin typeface="Times New Roman" panose="02020603050405020304" pitchFamily="18" charset="0"/>
                <a:cs typeface="Times New Roman" panose="02020603050405020304" pitchFamily="18" charset="0"/>
              </a:rPr>
              <a:t>Related Work</a:t>
            </a:r>
          </a:p>
          <a:p>
            <a:endParaRPr lang="en-US" sz="2200" dirty="0">
              <a:latin typeface="Times New Roman" panose="02020603050405020304" pitchFamily="18" charset="0"/>
              <a:cs typeface="Times New Roman" panose="02020603050405020304" pitchFamily="18" charset="0"/>
            </a:endParaRPr>
          </a:p>
          <a:p>
            <a:pPr marL="76200" indent="0">
              <a:buNone/>
            </a:pPr>
            <a:r>
              <a:rPr lang="en-US" sz="2200" b="1" dirty="0">
                <a:latin typeface="Times New Roman" panose="02020603050405020304" pitchFamily="18" charset="0"/>
                <a:cs typeface="Times New Roman" panose="02020603050405020304" pitchFamily="18" charset="0"/>
              </a:rPr>
              <a:t>DIKSHA (Govt. of India)</a:t>
            </a:r>
          </a:p>
          <a:p>
            <a:pPr>
              <a:buFont typeface="Wingdings" panose="05000000000000000000" pitchFamily="2" charset="2"/>
              <a:buChar char="q"/>
            </a:pPr>
            <a:r>
              <a:rPr lang="en-US" sz="2200" dirty="0">
                <a:latin typeface="Times New Roman" panose="02020603050405020304" pitchFamily="18" charset="0"/>
                <a:cs typeface="Times New Roman" panose="02020603050405020304" pitchFamily="18" charset="0"/>
              </a:rPr>
              <a:t>  Provides digital resources for teachers and students, but lacks personalized mentoring and offline support.</a:t>
            </a:r>
          </a:p>
          <a:p>
            <a:pPr>
              <a:buFont typeface="Wingdings" panose="05000000000000000000" pitchFamily="2" charset="2"/>
              <a:buChar char="q"/>
            </a:pPr>
            <a:endParaRPr lang="en-US" sz="2200" dirty="0">
              <a:latin typeface="Times New Roman" panose="02020603050405020304" pitchFamily="18" charset="0"/>
              <a:cs typeface="Times New Roman" panose="02020603050405020304" pitchFamily="18" charset="0"/>
            </a:endParaRPr>
          </a:p>
          <a:p>
            <a:pPr marL="76200" indent="0">
              <a:buNone/>
            </a:pPr>
            <a:r>
              <a:rPr lang="en-US" sz="2200" b="1" dirty="0">
                <a:latin typeface="Times New Roman" panose="02020603050405020304" pitchFamily="18" charset="0"/>
                <a:cs typeface="Times New Roman" panose="02020603050405020304" pitchFamily="18" charset="0"/>
              </a:rPr>
              <a:t>Khan Academy</a:t>
            </a:r>
          </a:p>
          <a:p>
            <a:pPr>
              <a:buFont typeface="Wingdings" panose="05000000000000000000" pitchFamily="2" charset="2"/>
              <a:buChar char="q"/>
            </a:pPr>
            <a:r>
              <a:rPr lang="en-US" sz="2200" dirty="0">
                <a:latin typeface="Times New Roman" panose="02020603050405020304" pitchFamily="18" charset="0"/>
                <a:cs typeface="Times New Roman" panose="02020603050405020304" pitchFamily="18" charset="0"/>
              </a:rPr>
              <a:t>  Offers high-quality video lessons, but requires strong internet connectivity and does not support regional languages.</a:t>
            </a:r>
          </a:p>
          <a:p>
            <a:pPr>
              <a:buFont typeface="Wingdings" panose="05000000000000000000" pitchFamily="2" charset="2"/>
              <a:buChar char="q"/>
            </a:pPr>
            <a:endParaRPr lang="en-US" sz="2200" dirty="0">
              <a:latin typeface="Times New Roman" panose="02020603050405020304" pitchFamily="18" charset="0"/>
              <a:cs typeface="Times New Roman" panose="02020603050405020304" pitchFamily="18" charset="0"/>
            </a:endParaRPr>
          </a:p>
          <a:p>
            <a:pPr marL="76200" indent="0">
              <a:buNone/>
            </a:pPr>
            <a:r>
              <a:rPr lang="en-US" sz="2200" b="1" dirty="0">
                <a:latin typeface="Times New Roman" panose="02020603050405020304" pitchFamily="18" charset="0"/>
                <a:cs typeface="Times New Roman" panose="02020603050405020304" pitchFamily="18" charset="0"/>
              </a:rPr>
              <a:t>Digital Kerala Mission</a:t>
            </a:r>
          </a:p>
          <a:p>
            <a:pPr>
              <a:buFont typeface="Wingdings" panose="05000000000000000000" pitchFamily="2" charset="2"/>
              <a:buChar char="q"/>
            </a:pPr>
            <a:r>
              <a:rPr lang="en-US" sz="2200" dirty="0">
                <a:latin typeface="Times New Roman" panose="02020603050405020304" pitchFamily="18" charset="0"/>
                <a:cs typeface="Times New Roman" panose="02020603050405020304" pitchFamily="18" charset="0"/>
              </a:rPr>
              <a:t>  Aims for digital literacy, but is not fully integrated with career guidance, scholarships, or mentorship systems.</a:t>
            </a:r>
          </a:p>
          <a:p>
            <a:endParaRPr lang="en-IN" dirty="0"/>
          </a:p>
        </p:txBody>
      </p:sp>
    </p:spTree>
    <p:extLst>
      <p:ext uri="{BB962C8B-B14F-4D97-AF65-F5344CB8AC3E}">
        <p14:creationId xmlns:p14="http://schemas.microsoft.com/office/powerpoint/2010/main" val="26640231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762000" y="83719"/>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Times New Roman" panose="02020603050405020304" pitchFamily="18" charset="0"/>
                <a:ea typeface="Cambria" panose="02040503050406030204" pitchFamily="18" charset="0"/>
                <a:cs typeface="Times New Roman" panose="02020603050405020304" pitchFamily="18" charset="0"/>
              </a:rPr>
              <a:t>Analysis of Problem Statement </a:t>
            </a:r>
          </a:p>
        </p:txBody>
      </p:sp>
      <p:sp>
        <p:nvSpPr>
          <p:cNvPr id="115" name="Google Shape;115;p17"/>
          <p:cNvSpPr txBox="1">
            <a:spLocks noGrp="1"/>
          </p:cNvSpPr>
          <p:nvPr>
            <p:ph type="body" idx="1"/>
          </p:nvPr>
        </p:nvSpPr>
        <p:spPr>
          <a:xfrm>
            <a:off x="762000" y="126358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a:lnSpc>
                <a:spcPct val="200000"/>
              </a:lnSpc>
              <a:spcBef>
                <a:spcPts val="0"/>
              </a:spcBef>
              <a:buSzPct val="100000"/>
              <a:buNone/>
            </a:pPr>
            <a:r>
              <a:rPr lang="en-US" sz="2000" b="1" dirty="0">
                <a:latin typeface="Times New Roman" panose="02020603050405020304" pitchFamily="18" charset="0"/>
                <a:ea typeface="Cambria" panose="02040503050406030204" pitchFamily="18" charset="0"/>
                <a:cs typeface="Times New Roman" panose="02020603050405020304" pitchFamily="18" charset="0"/>
              </a:rPr>
              <a:t>Challenges in Rural Education:</a:t>
            </a:r>
          </a:p>
          <a:p>
            <a:pPr marL="609600" indent="-457200" algn="just">
              <a:lnSpc>
                <a:spcPct val="200000"/>
              </a:lnSpc>
              <a:spcBef>
                <a:spcPts val="0"/>
              </a:spcBef>
              <a:buSzPct val="100000"/>
              <a:buFont typeface="Wingdings" panose="05000000000000000000" pitchFamily="2" charset="2"/>
              <a:buChar char="q"/>
            </a:pPr>
            <a:r>
              <a:rPr lang="en-US" sz="2000" dirty="0">
                <a:latin typeface="Times New Roman" panose="02020603050405020304" pitchFamily="18" charset="0"/>
                <a:ea typeface="Cambria" panose="02040503050406030204" pitchFamily="18" charset="0"/>
                <a:cs typeface="Times New Roman" panose="02020603050405020304" pitchFamily="18" charset="0"/>
              </a:rPr>
              <a:t> Lack of qualified teachers and mentors.</a:t>
            </a:r>
          </a:p>
          <a:p>
            <a:pPr marL="609600" indent="-457200" algn="just">
              <a:lnSpc>
                <a:spcPct val="200000"/>
              </a:lnSpc>
              <a:spcBef>
                <a:spcPts val="0"/>
              </a:spcBef>
              <a:buSzPct val="100000"/>
              <a:buFont typeface="Wingdings" panose="05000000000000000000" pitchFamily="2" charset="2"/>
              <a:buChar char="q"/>
            </a:pPr>
            <a:r>
              <a:rPr lang="en-US" sz="2000" dirty="0">
                <a:latin typeface="Times New Roman" panose="02020603050405020304" pitchFamily="18" charset="0"/>
                <a:ea typeface="Cambria" panose="02040503050406030204" pitchFamily="18" charset="0"/>
                <a:cs typeface="Times New Roman" panose="02020603050405020304" pitchFamily="18" charset="0"/>
              </a:rPr>
              <a:t> Poor internet connectivity and limited electricity supply.</a:t>
            </a:r>
          </a:p>
          <a:p>
            <a:pPr marL="609600" indent="-457200" algn="just">
              <a:lnSpc>
                <a:spcPct val="200000"/>
              </a:lnSpc>
              <a:spcBef>
                <a:spcPts val="0"/>
              </a:spcBef>
              <a:buSzPct val="100000"/>
              <a:buFont typeface="Wingdings" panose="05000000000000000000" pitchFamily="2" charset="2"/>
              <a:buChar char="q"/>
            </a:pPr>
            <a:r>
              <a:rPr lang="en-US" sz="2000" dirty="0">
                <a:latin typeface="Times New Roman" panose="02020603050405020304" pitchFamily="18" charset="0"/>
                <a:ea typeface="Cambria" panose="02040503050406030204" pitchFamily="18" charset="0"/>
                <a:cs typeface="Times New Roman" panose="02020603050405020304" pitchFamily="18" charset="0"/>
              </a:rPr>
              <a:t> Shortage of updated study materials and learning resources.</a:t>
            </a:r>
          </a:p>
          <a:p>
            <a:pPr marL="609600" indent="-457200" algn="just">
              <a:lnSpc>
                <a:spcPct val="200000"/>
              </a:lnSpc>
              <a:spcBef>
                <a:spcPts val="0"/>
              </a:spcBef>
              <a:buSzPct val="100000"/>
              <a:buFont typeface="Wingdings" panose="05000000000000000000" pitchFamily="2" charset="2"/>
              <a:buChar char="q"/>
            </a:pPr>
            <a:r>
              <a:rPr lang="en-US" sz="2000" dirty="0">
                <a:latin typeface="Times New Roman" panose="02020603050405020304" pitchFamily="18" charset="0"/>
                <a:ea typeface="Cambria" panose="02040503050406030204" pitchFamily="18" charset="0"/>
                <a:cs typeface="Times New Roman" panose="02020603050405020304" pitchFamily="18" charset="0"/>
              </a:rPr>
              <a:t> Low awareness of scholarships, grants, and job opportunities</a:t>
            </a:r>
            <a:r>
              <a:rPr lang="en-US" dirty="0">
                <a:latin typeface="Times New Roman" panose="02020603050405020304" pitchFamily="18" charset="0"/>
                <a:ea typeface="Cambria" panose="02040503050406030204" pitchFamily="18" charset="0"/>
                <a:cs typeface="Times New Roman" panose="02020603050405020304" pitchFamily="18" charset="0"/>
              </a:rPr>
              <a:t>.</a:t>
            </a: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3388325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9AB65E-38FF-FA24-9378-B4F20862F41C}"/>
              </a:ext>
            </a:extLst>
          </p:cNvPr>
          <p:cNvSpPr>
            <a:spLocks noGrp="1"/>
          </p:cNvSpPr>
          <p:nvPr>
            <p:ph type="title"/>
          </p:nvPr>
        </p:nvSpPr>
        <p:spPr/>
        <p:txBody>
          <a:bodyPr/>
          <a:lstStyle/>
          <a:p>
            <a:r>
              <a:rPr lang="en-US" dirty="0">
                <a:latin typeface="Cambria" panose="02040503050406030204" pitchFamily="18" charset="0"/>
                <a:ea typeface="Cambria" panose="02040503050406030204" pitchFamily="18" charset="0"/>
              </a:rPr>
              <a:t>Analysis of Problem Statement </a:t>
            </a:r>
            <a:r>
              <a:rPr lang="en-US" sz="2000" dirty="0">
                <a:latin typeface="Cambria" panose="02040503050406030204" pitchFamily="18" charset="0"/>
                <a:ea typeface="Cambria" panose="02040503050406030204" pitchFamily="18" charset="0"/>
              </a:rPr>
              <a:t>(contd...)</a:t>
            </a:r>
            <a:endParaRPr lang="en-IN" dirty="0"/>
          </a:p>
        </p:txBody>
      </p:sp>
      <p:sp>
        <p:nvSpPr>
          <p:cNvPr id="3" name="Text Placeholder 2">
            <a:extLst>
              <a:ext uri="{FF2B5EF4-FFF2-40B4-BE49-F238E27FC236}">
                <a16:creationId xmlns:a16="http://schemas.microsoft.com/office/drawing/2014/main" id="{46B189E8-04FA-9992-CF65-D3C30898BB1B}"/>
              </a:ext>
            </a:extLst>
          </p:cNvPr>
          <p:cNvSpPr>
            <a:spLocks noGrp="1"/>
          </p:cNvSpPr>
          <p:nvPr>
            <p:ph type="body" idx="1"/>
          </p:nvPr>
        </p:nvSpPr>
        <p:spPr>
          <a:xfrm>
            <a:off x="812800" y="1143001"/>
            <a:ext cx="10170048" cy="4293157"/>
          </a:xfrm>
        </p:spPr>
        <p:txBody>
          <a:bodyPr>
            <a:normAutofit fontScale="25000" lnSpcReduction="20000"/>
          </a:bodyPr>
          <a:lstStyle/>
          <a:p>
            <a:pPr marL="152400" lvl="0" indent="0" algn="just">
              <a:lnSpc>
                <a:spcPct val="200000"/>
              </a:lnSpc>
              <a:spcBef>
                <a:spcPts val="0"/>
              </a:spcBef>
              <a:buSzPct val="100000"/>
              <a:buNone/>
            </a:pPr>
            <a:r>
              <a:rPr lang="en-US" sz="8000" b="1" dirty="0">
                <a:latin typeface="Times New Roman" panose="02020603050405020304" pitchFamily="18" charset="0"/>
                <a:ea typeface="Cambria" panose="02040503050406030204" pitchFamily="18" charset="0"/>
                <a:cs typeface="Times New Roman" panose="02020603050405020304" pitchFamily="18" charset="0"/>
              </a:rPr>
              <a:t>Proposed Solution:</a:t>
            </a:r>
            <a:endParaRPr lang="en-US" sz="8000" dirty="0">
              <a:latin typeface="Times New Roman" panose="02020603050405020304" pitchFamily="18" charset="0"/>
              <a:ea typeface="Cambria" panose="02040503050406030204" pitchFamily="18" charset="0"/>
              <a:cs typeface="Times New Roman" panose="02020603050405020304" pitchFamily="18" charset="0"/>
            </a:endParaRPr>
          </a:p>
          <a:p>
            <a:pPr marL="495300" lvl="0" indent="-342900" algn="just">
              <a:lnSpc>
                <a:spcPct val="200000"/>
              </a:lnSpc>
              <a:spcBef>
                <a:spcPts val="0"/>
              </a:spcBef>
              <a:buSzPct val="100000"/>
              <a:buFont typeface="Wingdings" panose="05000000000000000000" pitchFamily="2" charset="2"/>
              <a:buChar char="q"/>
            </a:pPr>
            <a:r>
              <a:rPr lang="en-US" sz="8000" dirty="0">
                <a:latin typeface="Times New Roman" panose="02020603050405020304" pitchFamily="18" charset="0"/>
                <a:ea typeface="Cambria" panose="02040503050406030204" pitchFamily="18" charset="0"/>
                <a:cs typeface="Times New Roman" panose="02020603050405020304" pitchFamily="18" charset="0"/>
              </a:rPr>
              <a:t> Develop a web-based platform (with offline mode) for rural learners.</a:t>
            </a:r>
          </a:p>
          <a:p>
            <a:pPr marL="495300" lvl="0" indent="-342900" algn="just">
              <a:lnSpc>
                <a:spcPct val="200000"/>
              </a:lnSpc>
              <a:spcBef>
                <a:spcPts val="0"/>
              </a:spcBef>
              <a:buSzPct val="100000"/>
              <a:buFont typeface="Wingdings" panose="05000000000000000000" pitchFamily="2" charset="2"/>
              <a:buChar char="q"/>
            </a:pPr>
            <a:r>
              <a:rPr lang="en-US" sz="8000" dirty="0">
                <a:latin typeface="Times New Roman" panose="02020603050405020304" pitchFamily="18" charset="0"/>
                <a:ea typeface="Cambria" panose="02040503050406030204" pitchFamily="18" charset="0"/>
                <a:cs typeface="Times New Roman" panose="02020603050405020304" pitchFamily="18" charset="0"/>
              </a:rPr>
              <a:t> Provide study materials, videos, and interactive quizzes accessible without constant internet.</a:t>
            </a:r>
          </a:p>
          <a:p>
            <a:pPr marL="495300" lvl="0" indent="-342900" algn="just">
              <a:lnSpc>
                <a:spcPct val="200000"/>
              </a:lnSpc>
              <a:spcBef>
                <a:spcPts val="0"/>
              </a:spcBef>
              <a:buSzPct val="100000"/>
              <a:buFont typeface="Wingdings" panose="05000000000000000000" pitchFamily="2" charset="2"/>
              <a:buChar char="q"/>
            </a:pPr>
            <a:r>
              <a:rPr lang="en-US" sz="8000" dirty="0">
                <a:latin typeface="Times New Roman" panose="02020603050405020304" pitchFamily="18" charset="0"/>
                <a:ea typeface="Cambria" panose="02040503050406030204" pitchFamily="18" charset="0"/>
                <a:cs typeface="Times New Roman" panose="02020603050405020304" pitchFamily="18" charset="0"/>
              </a:rPr>
              <a:t> Include a mentorship module for personalized guidance.</a:t>
            </a:r>
          </a:p>
          <a:p>
            <a:pPr marL="495300" lvl="0" indent="-342900" algn="just">
              <a:lnSpc>
                <a:spcPct val="200000"/>
              </a:lnSpc>
              <a:spcBef>
                <a:spcPts val="0"/>
              </a:spcBef>
              <a:buSzPct val="100000"/>
              <a:buFont typeface="Wingdings" panose="05000000000000000000" pitchFamily="2" charset="2"/>
              <a:buChar char="q"/>
            </a:pPr>
            <a:r>
              <a:rPr lang="en-US" sz="8000" dirty="0">
                <a:latin typeface="Times New Roman" panose="02020603050405020304" pitchFamily="18" charset="0"/>
                <a:ea typeface="Cambria" panose="02040503050406030204" pitchFamily="18" charset="0"/>
                <a:cs typeface="Times New Roman" panose="02020603050405020304" pitchFamily="18" charset="0"/>
              </a:rPr>
              <a:t> Enable progress tracking and analytics for teachers and students.</a:t>
            </a:r>
          </a:p>
          <a:p>
            <a:pPr marL="495300" lvl="0" indent="-342900" algn="just">
              <a:lnSpc>
                <a:spcPct val="200000"/>
              </a:lnSpc>
              <a:spcBef>
                <a:spcPts val="0"/>
              </a:spcBef>
              <a:buSzPct val="100000"/>
              <a:buFont typeface="Wingdings" panose="05000000000000000000" pitchFamily="2" charset="2"/>
              <a:buChar char="q"/>
            </a:pPr>
            <a:r>
              <a:rPr lang="en-US" sz="8000" dirty="0">
                <a:latin typeface="Times New Roman" panose="02020603050405020304" pitchFamily="18" charset="0"/>
                <a:ea typeface="Cambria" panose="02040503050406030204" pitchFamily="18" charset="0"/>
                <a:cs typeface="Times New Roman" panose="02020603050405020304" pitchFamily="18" charset="0"/>
              </a:rPr>
              <a:t> Add a job and government schemes section to increase career awareness</a:t>
            </a:r>
            <a:r>
              <a:rPr lang="en-US" sz="9600" dirty="0">
                <a:latin typeface="Times New Roman" panose="02020603050405020304" pitchFamily="18" charset="0"/>
                <a:ea typeface="Cambria" panose="02040503050406030204" pitchFamily="18" charset="0"/>
                <a:cs typeface="Times New Roman" panose="02020603050405020304" pitchFamily="18" charset="0"/>
              </a:rPr>
              <a:t>.</a:t>
            </a:r>
          </a:p>
          <a:p>
            <a:endParaRPr lang="en-IN" dirty="0"/>
          </a:p>
        </p:txBody>
      </p:sp>
    </p:spTree>
    <p:extLst>
      <p:ext uri="{BB962C8B-B14F-4D97-AF65-F5344CB8AC3E}">
        <p14:creationId xmlns:p14="http://schemas.microsoft.com/office/powerpoint/2010/main" val="28259497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762000" y="9376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Analysis of Problem Statement </a:t>
            </a:r>
            <a:r>
              <a:rPr lang="en-US" sz="2000" dirty="0">
                <a:latin typeface="Cambria" panose="02040503050406030204" pitchFamily="18" charset="0"/>
                <a:ea typeface="Cambria" panose="02040503050406030204" pitchFamily="18" charset="0"/>
              </a:rPr>
              <a:t>(contd...)</a:t>
            </a:r>
            <a:endParaRPr lang="en-US" dirty="0">
              <a:latin typeface="Cambria" panose="02040503050406030204" pitchFamily="18" charset="0"/>
              <a:ea typeface="Cambria" panose="02040503050406030204" pitchFamily="18" charset="0"/>
            </a:endParaRPr>
          </a:p>
        </p:txBody>
      </p:sp>
      <p:sp>
        <p:nvSpPr>
          <p:cNvPr id="115" name="Google Shape;115;p17"/>
          <p:cNvSpPr txBox="1">
            <a:spLocks noGrp="1"/>
          </p:cNvSpPr>
          <p:nvPr>
            <p:ph type="body" idx="1"/>
          </p:nvPr>
        </p:nvSpPr>
        <p:spPr>
          <a:xfrm>
            <a:off x="1033307" y="1076639"/>
            <a:ext cx="9788769" cy="4061627"/>
          </a:xfrm>
          <a:prstGeom prst="rect">
            <a:avLst/>
          </a:prstGeom>
          <a:noFill/>
          <a:ln>
            <a:noFill/>
          </a:ln>
        </p:spPr>
        <p:txBody>
          <a:bodyPr spcFirstLastPara="1" wrap="square" lIns="91425" tIns="45700" rIns="91425" bIns="45700" anchor="t" anchorCtr="0">
            <a:normAutofit fontScale="25000" lnSpcReduction="20000"/>
          </a:bodyPr>
          <a:lstStyle/>
          <a:p>
            <a:pPr marL="342900" lvl="0" indent="-190500" algn="just">
              <a:lnSpc>
                <a:spcPct val="200000"/>
              </a:lnSpc>
              <a:spcBef>
                <a:spcPts val="0"/>
              </a:spcBef>
              <a:buSzPct val="100000"/>
              <a:buNone/>
            </a:pPr>
            <a:r>
              <a:rPr lang="en-IN" sz="8000" b="1" dirty="0">
                <a:latin typeface="Times New Roman" panose="02020603050405020304" pitchFamily="18" charset="0"/>
                <a:ea typeface="Cambria" panose="02040503050406030204" pitchFamily="18" charset="0"/>
                <a:cs typeface="Times New Roman" panose="02020603050405020304" pitchFamily="18" charset="0"/>
              </a:rPr>
              <a:t>Technology Stack:</a:t>
            </a:r>
          </a:p>
          <a:p>
            <a:pPr marL="495300" indent="-342900" algn="just">
              <a:lnSpc>
                <a:spcPct val="200000"/>
              </a:lnSpc>
              <a:spcBef>
                <a:spcPts val="0"/>
              </a:spcBef>
              <a:buSzPct val="100000"/>
              <a:buFont typeface="Wingdings" panose="05000000000000000000" pitchFamily="2" charset="2"/>
              <a:buChar char="q"/>
            </a:pPr>
            <a:r>
              <a:rPr lang="en-IN" sz="8000" dirty="0">
                <a:latin typeface="Times New Roman" panose="02020603050405020304" pitchFamily="18" charset="0"/>
                <a:ea typeface="Cambria" panose="02040503050406030204" pitchFamily="18" charset="0"/>
                <a:cs typeface="Times New Roman" panose="02020603050405020304" pitchFamily="18" charset="0"/>
              </a:rPr>
              <a:t>Frontend: React.js (web) / Flutter (mobile)</a:t>
            </a:r>
          </a:p>
          <a:p>
            <a:pPr marL="495300" indent="-342900" algn="just">
              <a:lnSpc>
                <a:spcPct val="200000"/>
              </a:lnSpc>
              <a:spcBef>
                <a:spcPts val="0"/>
              </a:spcBef>
              <a:buSzPct val="100000"/>
              <a:buFont typeface="Wingdings" panose="05000000000000000000" pitchFamily="2" charset="2"/>
              <a:buChar char="q"/>
            </a:pPr>
            <a:r>
              <a:rPr lang="en-IN" sz="8000" dirty="0">
                <a:latin typeface="Times New Roman" panose="02020603050405020304" pitchFamily="18" charset="0"/>
                <a:ea typeface="Cambria" panose="02040503050406030204" pitchFamily="18" charset="0"/>
                <a:cs typeface="Times New Roman" panose="02020603050405020304" pitchFamily="18" charset="0"/>
              </a:rPr>
              <a:t>Backend: Django (Python) or Node.js</a:t>
            </a:r>
          </a:p>
          <a:p>
            <a:pPr marL="495300" indent="-342900" algn="just">
              <a:lnSpc>
                <a:spcPct val="200000"/>
              </a:lnSpc>
              <a:spcBef>
                <a:spcPts val="0"/>
              </a:spcBef>
              <a:buSzPct val="100000"/>
              <a:buFont typeface="Wingdings" panose="05000000000000000000" pitchFamily="2" charset="2"/>
              <a:buChar char="q"/>
            </a:pPr>
            <a:r>
              <a:rPr lang="en-IN" sz="8000" dirty="0">
                <a:latin typeface="Times New Roman" panose="02020603050405020304" pitchFamily="18" charset="0"/>
                <a:ea typeface="Cambria" panose="02040503050406030204" pitchFamily="18" charset="0"/>
                <a:cs typeface="Times New Roman" panose="02020603050405020304" pitchFamily="18" charset="0"/>
              </a:rPr>
              <a:t>Database: MySQL or MongoDB</a:t>
            </a:r>
          </a:p>
          <a:p>
            <a:pPr marL="495300" indent="-342900" algn="just">
              <a:lnSpc>
                <a:spcPct val="200000"/>
              </a:lnSpc>
              <a:spcBef>
                <a:spcPts val="0"/>
              </a:spcBef>
              <a:buSzPct val="100000"/>
              <a:buFont typeface="Wingdings" panose="05000000000000000000" pitchFamily="2" charset="2"/>
              <a:buChar char="q"/>
            </a:pPr>
            <a:r>
              <a:rPr lang="en-IN" sz="8000" dirty="0">
                <a:latin typeface="Times New Roman" panose="02020603050405020304" pitchFamily="18" charset="0"/>
                <a:ea typeface="Cambria" panose="02040503050406030204" pitchFamily="18" charset="0"/>
                <a:cs typeface="Times New Roman" panose="02020603050405020304" pitchFamily="18" charset="0"/>
              </a:rPr>
              <a:t>AI/ML: For personalized learning (optional advanced feature)</a:t>
            </a:r>
          </a:p>
          <a:p>
            <a:pPr marL="495300" indent="-342900" algn="just">
              <a:lnSpc>
                <a:spcPct val="200000"/>
              </a:lnSpc>
              <a:spcBef>
                <a:spcPts val="0"/>
              </a:spcBef>
              <a:buSzPct val="100000"/>
              <a:buFont typeface="Wingdings" panose="05000000000000000000" pitchFamily="2" charset="2"/>
              <a:buChar char="q"/>
            </a:pPr>
            <a:r>
              <a:rPr lang="en-IN" sz="8000" dirty="0">
                <a:latin typeface="Times New Roman" panose="02020603050405020304" pitchFamily="18" charset="0"/>
                <a:ea typeface="Cambria" panose="02040503050406030204" pitchFamily="18" charset="0"/>
                <a:cs typeface="Times New Roman" panose="02020603050405020304" pitchFamily="18" charset="0"/>
              </a:rPr>
              <a:t>Offline Mode: Service Workers &amp; local caching for poor connectivity</a:t>
            </a:r>
          </a:p>
          <a:p>
            <a:pPr marL="495300" indent="-342900" algn="just">
              <a:lnSpc>
                <a:spcPct val="200000"/>
              </a:lnSpc>
              <a:spcBef>
                <a:spcPts val="0"/>
              </a:spcBef>
              <a:buSzPct val="100000"/>
              <a:buFont typeface="Wingdings" panose="05000000000000000000" pitchFamily="2" charset="2"/>
              <a:buChar char="q"/>
            </a:pPr>
            <a:r>
              <a:rPr lang="en-IN" sz="8000" dirty="0">
                <a:latin typeface="Times New Roman" panose="02020603050405020304" pitchFamily="18" charset="0"/>
                <a:ea typeface="Cambria" panose="02040503050406030204" pitchFamily="18" charset="0"/>
                <a:cs typeface="Times New Roman" panose="02020603050405020304" pitchFamily="18" charset="0"/>
              </a:rPr>
              <a:t>Hosting: AWS / Azure (if deploying online)</a:t>
            </a:r>
          </a:p>
          <a:p>
            <a:pPr marL="342900" lvl="0" indent="-190500" algn="just">
              <a:lnSpc>
                <a:spcPct val="200000"/>
              </a:lnSpc>
              <a:spcBef>
                <a:spcPts val="0"/>
              </a:spcBef>
              <a:buSzPct val="100000"/>
              <a:buNone/>
            </a:pPr>
            <a:endParaRPr lang="en-IN" sz="5200"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0004557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913756-380E-90B1-4DC2-D472C6A74D29}"/>
              </a:ext>
            </a:extLst>
          </p:cNvPr>
          <p:cNvSpPr>
            <a:spLocks noGrp="1"/>
          </p:cNvSpPr>
          <p:nvPr>
            <p:ph type="title"/>
          </p:nvPr>
        </p:nvSpPr>
        <p:spPr/>
        <p:txBody>
          <a:bodyPr/>
          <a:lstStyle/>
          <a:p>
            <a:r>
              <a:rPr lang="en-US" dirty="0">
                <a:latin typeface="Cambria" panose="02040503050406030204" pitchFamily="18" charset="0"/>
                <a:ea typeface="Cambria" panose="02040503050406030204" pitchFamily="18" charset="0"/>
              </a:rPr>
              <a:t>Analysis of Problem Statement </a:t>
            </a:r>
            <a:r>
              <a:rPr lang="en-US" sz="2000" dirty="0">
                <a:latin typeface="Cambria" panose="02040503050406030204" pitchFamily="18" charset="0"/>
                <a:ea typeface="Cambria" panose="02040503050406030204" pitchFamily="18" charset="0"/>
              </a:rPr>
              <a:t>(contd...)</a:t>
            </a:r>
            <a:endParaRPr lang="en-IN" dirty="0"/>
          </a:p>
        </p:txBody>
      </p:sp>
      <p:sp>
        <p:nvSpPr>
          <p:cNvPr id="3" name="Text Placeholder 2">
            <a:extLst>
              <a:ext uri="{FF2B5EF4-FFF2-40B4-BE49-F238E27FC236}">
                <a16:creationId xmlns:a16="http://schemas.microsoft.com/office/drawing/2014/main" id="{DE372A2D-D515-3289-80EE-2B71AD299DCD}"/>
              </a:ext>
            </a:extLst>
          </p:cNvPr>
          <p:cNvSpPr>
            <a:spLocks noGrp="1"/>
          </p:cNvSpPr>
          <p:nvPr>
            <p:ph type="body" idx="1"/>
          </p:nvPr>
        </p:nvSpPr>
        <p:spPr>
          <a:xfrm>
            <a:off x="812800" y="1082711"/>
            <a:ext cx="10009275" cy="4283109"/>
          </a:xfrm>
        </p:spPr>
        <p:txBody>
          <a:bodyPr>
            <a:normAutofit fontScale="55000" lnSpcReduction="20000"/>
          </a:bodyPr>
          <a:lstStyle/>
          <a:p>
            <a:pPr marL="342900" lvl="0" indent="-190500" algn="just">
              <a:lnSpc>
                <a:spcPct val="200000"/>
              </a:lnSpc>
              <a:spcBef>
                <a:spcPts val="0"/>
              </a:spcBef>
              <a:buSzPct val="100000"/>
              <a:buNone/>
            </a:pPr>
            <a:r>
              <a:rPr lang="en-IN" sz="3600" b="1" dirty="0">
                <a:latin typeface="Times New Roman" panose="02020603050405020304" pitchFamily="18" charset="0"/>
                <a:ea typeface="Cambria" panose="02040503050406030204" pitchFamily="18" charset="0"/>
                <a:cs typeface="Times New Roman" panose="02020603050405020304" pitchFamily="18" charset="0"/>
              </a:rPr>
              <a:t>Core Components:</a:t>
            </a:r>
          </a:p>
          <a:p>
            <a:pPr marL="495300" lvl="0" indent="-342900" algn="just">
              <a:lnSpc>
                <a:spcPct val="200000"/>
              </a:lnSpc>
              <a:spcBef>
                <a:spcPts val="0"/>
              </a:spcBef>
              <a:buSzPct val="100000"/>
              <a:buFont typeface="Wingdings" panose="05000000000000000000" pitchFamily="2" charset="2"/>
              <a:buChar char="q"/>
            </a:pPr>
            <a:r>
              <a:rPr lang="en-IN" sz="3600" dirty="0">
                <a:latin typeface="Times New Roman" panose="02020603050405020304" pitchFamily="18" charset="0"/>
                <a:ea typeface="Cambria" panose="02040503050406030204" pitchFamily="18" charset="0"/>
                <a:cs typeface="Times New Roman" panose="02020603050405020304" pitchFamily="18" charset="0"/>
              </a:rPr>
              <a:t>User Interface: Web portal + Mobile app</a:t>
            </a:r>
          </a:p>
          <a:p>
            <a:pPr marL="495300" lvl="0" indent="-342900" algn="just">
              <a:lnSpc>
                <a:spcPct val="200000"/>
              </a:lnSpc>
              <a:spcBef>
                <a:spcPts val="0"/>
              </a:spcBef>
              <a:buSzPct val="100000"/>
              <a:buFont typeface="Wingdings" panose="05000000000000000000" pitchFamily="2" charset="2"/>
              <a:buChar char="q"/>
            </a:pPr>
            <a:r>
              <a:rPr lang="en-IN" sz="3600" dirty="0">
                <a:latin typeface="Times New Roman" panose="02020603050405020304" pitchFamily="18" charset="0"/>
                <a:ea typeface="Cambria" panose="02040503050406030204" pitchFamily="18" charset="0"/>
                <a:cs typeface="Times New Roman" panose="02020603050405020304" pitchFamily="18" charset="0"/>
              </a:rPr>
              <a:t>Mentor Module: Assign mentors, schedule sessions</a:t>
            </a:r>
          </a:p>
          <a:p>
            <a:pPr marL="495300" lvl="0" indent="-342900" algn="just">
              <a:lnSpc>
                <a:spcPct val="200000"/>
              </a:lnSpc>
              <a:spcBef>
                <a:spcPts val="0"/>
              </a:spcBef>
              <a:buSzPct val="100000"/>
              <a:buFont typeface="Wingdings" panose="05000000000000000000" pitchFamily="2" charset="2"/>
              <a:buChar char="q"/>
            </a:pPr>
            <a:r>
              <a:rPr lang="en-IN" sz="3600" dirty="0">
                <a:latin typeface="Times New Roman" panose="02020603050405020304" pitchFamily="18" charset="0"/>
                <a:ea typeface="Cambria" panose="02040503050406030204" pitchFamily="18" charset="0"/>
                <a:cs typeface="Times New Roman" panose="02020603050405020304" pitchFamily="18" charset="0"/>
              </a:rPr>
              <a:t>Learning Module: Upload and access digital content</a:t>
            </a:r>
          </a:p>
          <a:p>
            <a:pPr marL="495300" lvl="0" indent="-342900" algn="just">
              <a:lnSpc>
                <a:spcPct val="200000"/>
              </a:lnSpc>
              <a:spcBef>
                <a:spcPts val="0"/>
              </a:spcBef>
              <a:buSzPct val="100000"/>
              <a:buFont typeface="Wingdings" panose="05000000000000000000" pitchFamily="2" charset="2"/>
              <a:buChar char="q"/>
            </a:pPr>
            <a:r>
              <a:rPr lang="en-IN" sz="3600" dirty="0">
                <a:latin typeface="Times New Roman" panose="02020603050405020304" pitchFamily="18" charset="0"/>
                <a:ea typeface="Cambria" panose="02040503050406030204" pitchFamily="18" charset="0"/>
                <a:cs typeface="Times New Roman" panose="02020603050405020304" pitchFamily="18" charset="0"/>
              </a:rPr>
              <a:t>Progress Tracker: Track and visualize student performance</a:t>
            </a:r>
          </a:p>
          <a:p>
            <a:pPr marL="495300" lvl="0" indent="-342900" algn="just">
              <a:lnSpc>
                <a:spcPct val="200000"/>
              </a:lnSpc>
              <a:spcBef>
                <a:spcPts val="0"/>
              </a:spcBef>
              <a:buSzPct val="100000"/>
              <a:buFont typeface="Wingdings" panose="05000000000000000000" pitchFamily="2" charset="2"/>
              <a:buChar char="q"/>
            </a:pPr>
            <a:r>
              <a:rPr lang="en-IN" sz="3600" dirty="0">
                <a:latin typeface="Times New Roman" panose="02020603050405020304" pitchFamily="18" charset="0"/>
                <a:ea typeface="Cambria" panose="02040503050406030204" pitchFamily="18" charset="0"/>
                <a:cs typeface="Times New Roman" panose="02020603050405020304" pitchFamily="18" charset="0"/>
              </a:rPr>
              <a:t>Offline Mode: Download lessons for no-internet access</a:t>
            </a:r>
          </a:p>
          <a:p>
            <a:pPr marL="495300" lvl="0" indent="-342900" algn="just">
              <a:lnSpc>
                <a:spcPct val="200000"/>
              </a:lnSpc>
              <a:spcBef>
                <a:spcPts val="0"/>
              </a:spcBef>
              <a:buSzPct val="100000"/>
              <a:buFont typeface="Wingdings" panose="05000000000000000000" pitchFamily="2" charset="2"/>
              <a:buChar char="q"/>
            </a:pPr>
            <a:r>
              <a:rPr lang="en-IN" sz="3600" dirty="0">
                <a:latin typeface="Times New Roman" panose="02020603050405020304" pitchFamily="18" charset="0"/>
                <a:ea typeface="Cambria" panose="02040503050406030204" pitchFamily="18" charset="0"/>
                <a:cs typeface="Times New Roman" panose="02020603050405020304" pitchFamily="18" charset="0"/>
              </a:rPr>
              <a:t>Job &amp; Scheme Portal: Share employment and scholarship details</a:t>
            </a:r>
          </a:p>
          <a:p>
            <a:endParaRPr lang="en-IN" dirty="0"/>
          </a:p>
        </p:txBody>
      </p:sp>
    </p:spTree>
    <p:extLst>
      <p:ext uri="{BB962C8B-B14F-4D97-AF65-F5344CB8AC3E}">
        <p14:creationId xmlns:p14="http://schemas.microsoft.com/office/powerpoint/2010/main" val="31804856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F71751-B7F0-6720-D293-8114EF7E9D9E}"/>
              </a:ext>
            </a:extLst>
          </p:cNvPr>
          <p:cNvSpPr>
            <a:spLocks noGrp="1"/>
          </p:cNvSpPr>
          <p:nvPr>
            <p:ph type="title"/>
          </p:nvPr>
        </p:nvSpPr>
        <p:spPr>
          <a:xfrm>
            <a:off x="964642" y="274638"/>
            <a:ext cx="10516158" cy="487500"/>
          </a:xfrm>
        </p:spPr>
        <p:txBody>
          <a:bodyPr/>
          <a:lstStyle/>
          <a:p>
            <a:r>
              <a:rPr lang="en-IN" dirty="0">
                <a:latin typeface="Times New Roman" panose="02020603050405020304" pitchFamily="18" charset="0"/>
                <a:cs typeface="Times New Roman" panose="02020603050405020304" pitchFamily="18" charset="0"/>
              </a:rPr>
              <a:t>Innovation or Novel Contributions</a:t>
            </a:r>
          </a:p>
        </p:txBody>
      </p:sp>
      <p:sp>
        <p:nvSpPr>
          <p:cNvPr id="5" name="TextBox 4">
            <a:extLst>
              <a:ext uri="{FF2B5EF4-FFF2-40B4-BE49-F238E27FC236}">
                <a16:creationId xmlns:a16="http://schemas.microsoft.com/office/drawing/2014/main" id="{2A946AB5-E4D8-820D-D11E-73B3B61A5C2E}"/>
              </a:ext>
            </a:extLst>
          </p:cNvPr>
          <p:cNvSpPr txBox="1"/>
          <p:nvPr/>
        </p:nvSpPr>
        <p:spPr>
          <a:xfrm>
            <a:off x="662075" y="1228397"/>
            <a:ext cx="7883768" cy="4093428"/>
          </a:xfrm>
          <a:prstGeom prst="rect">
            <a:avLst/>
          </a:prstGeom>
          <a:noFill/>
        </p:spPr>
        <p:txBody>
          <a:bodyPr wrap="square">
            <a:spAutoFit/>
          </a:bodyPr>
          <a:lstStyle/>
          <a:p>
            <a:r>
              <a:rPr lang="en-IN" sz="2000" b="1" dirty="0">
                <a:latin typeface="Times New Roman" panose="02020603050405020304" pitchFamily="18" charset="0"/>
                <a:cs typeface="Times New Roman" panose="02020603050405020304" pitchFamily="18" charset="0"/>
              </a:rPr>
              <a:t>1.  Digital Integration for Personalized Learning</a:t>
            </a:r>
          </a:p>
          <a:p>
            <a:r>
              <a:rPr lang="en-IN" sz="2000" dirty="0">
                <a:latin typeface="Times New Roman" panose="02020603050405020304" pitchFamily="18" charset="0"/>
                <a:cs typeface="Times New Roman" panose="02020603050405020304" pitchFamily="18" charset="0"/>
              </a:rPr>
              <a:t>   Introducing a web-based platform that adapts learning materials to each student’s pace and level, making education more personalized and effective.</a:t>
            </a:r>
          </a:p>
          <a:p>
            <a:endParaRPr lang="en-IN" sz="2000" dirty="0">
              <a:latin typeface="Times New Roman" panose="02020603050405020304" pitchFamily="18" charset="0"/>
              <a:cs typeface="Times New Roman" panose="02020603050405020304" pitchFamily="18" charset="0"/>
            </a:endParaRPr>
          </a:p>
          <a:p>
            <a:r>
              <a:rPr lang="en-IN" sz="2000" b="1" dirty="0">
                <a:latin typeface="Times New Roman" panose="02020603050405020304" pitchFamily="18" charset="0"/>
                <a:cs typeface="Times New Roman" panose="02020603050405020304" pitchFamily="18" charset="0"/>
              </a:rPr>
              <a:t>2.  Data-Driven Performance Tracking</a:t>
            </a:r>
          </a:p>
          <a:p>
            <a:r>
              <a:rPr lang="en-IN" sz="2000" dirty="0">
                <a:latin typeface="Times New Roman" panose="02020603050405020304" pitchFamily="18" charset="0"/>
                <a:cs typeface="Times New Roman" panose="02020603050405020304" pitchFamily="18" charset="0"/>
              </a:rPr>
              <a:t>   Implementing analytics to track student performance, identify weak areas, and provide actionable insights for teachers and parents.</a:t>
            </a:r>
          </a:p>
          <a:p>
            <a:endParaRPr lang="en-IN" sz="2000" dirty="0">
              <a:latin typeface="Times New Roman" panose="02020603050405020304" pitchFamily="18" charset="0"/>
              <a:cs typeface="Times New Roman" panose="02020603050405020304" pitchFamily="18" charset="0"/>
            </a:endParaRPr>
          </a:p>
          <a:p>
            <a:endParaRPr lang="en-IN" sz="2000" dirty="0">
              <a:latin typeface="Times New Roman" panose="02020603050405020304" pitchFamily="18" charset="0"/>
              <a:cs typeface="Times New Roman" panose="02020603050405020304" pitchFamily="18" charset="0"/>
            </a:endParaRPr>
          </a:p>
          <a:p>
            <a:r>
              <a:rPr lang="en-IN" sz="2000" b="1" dirty="0">
                <a:latin typeface="Times New Roman" panose="02020603050405020304" pitchFamily="18" charset="0"/>
                <a:cs typeface="Times New Roman" panose="02020603050405020304" pitchFamily="18" charset="0"/>
              </a:rPr>
              <a:t>3.  Gamification of Learning</a:t>
            </a:r>
          </a:p>
          <a:p>
            <a:r>
              <a:rPr lang="en-IN" sz="2000" dirty="0">
                <a:latin typeface="Times New Roman" panose="02020603050405020304" pitchFamily="18" charset="0"/>
                <a:cs typeface="Times New Roman" panose="02020603050405020304" pitchFamily="18" charset="0"/>
              </a:rPr>
              <a:t>   Applying game elements like rewards, quizzes, and challenges to motivate students and increase engagement.</a:t>
            </a:r>
          </a:p>
        </p:txBody>
      </p:sp>
    </p:spTree>
    <p:extLst>
      <p:ext uri="{BB962C8B-B14F-4D97-AF65-F5344CB8AC3E}">
        <p14:creationId xmlns:p14="http://schemas.microsoft.com/office/powerpoint/2010/main" val="5456583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1294D8-E90D-D344-3063-933D99140A5C}"/>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Innovation or Novel Contributions(contd..)</a:t>
            </a:r>
          </a:p>
        </p:txBody>
      </p:sp>
      <p:sp>
        <p:nvSpPr>
          <p:cNvPr id="3" name="Text Placeholder 2">
            <a:extLst>
              <a:ext uri="{FF2B5EF4-FFF2-40B4-BE49-F238E27FC236}">
                <a16:creationId xmlns:a16="http://schemas.microsoft.com/office/drawing/2014/main" id="{D281FFA7-8D39-33EE-D953-F05E7159CCC5}"/>
              </a:ext>
            </a:extLst>
          </p:cNvPr>
          <p:cNvSpPr>
            <a:spLocks noGrp="1"/>
          </p:cNvSpPr>
          <p:nvPr>
            <p:ph type="body" idx="1"/>
          </p:nvPr>
        </p:nvSpPr>
        <p:spPr/>
        <p:txBody>
          <a:bodyPr>
            <a:normAutofit/>
          </a:bodyPr>
          <a:lstStyle/>
          <a:p>
            <a:pPr marL="76200" indent="0">
              <a:buNone/>
            </a:pPr>
            <a:r>
              <a:rPr lang="en-US" sz="2000" b="1" dirty="0">
                <a:latin typeface="Times New Roman" panose="02020603050405020304" pitchFamily="18" charset="0"/>
                <a:cs typeface="Times New Roman" panose="02020603050405020304" pitchFamily="18" charset="0"/>
              </a:rPr>
              <a:t>4.  Efficient Communication Channels</a:t>
            </a:r>
          </a:p>
          <a:p>
            <a:pPr marL="76200" indent="0">
              <a:buNone/>
            </a:pPr>
            <a:r>
              <a:rPr lang="en-US" sz="2000" dirty="0">
                <a:latin typeface="Times New Roman" panose="02020603050405020304" pitchFamily="18" charset="0"/>
                <a:cs typeface="Times New Roman" panose="02020603050405020304" pitchFamily="18" charset="0"/>
              </a:rPr>
              <a:t>   Creating seamless communication between teachers, students, and parents through notifications, progress reports, and feedback systems.</a:t>
            </a:r>
          </a:p>
          <a:p>
            <a:endParaRPr lang="en-US" sz="2000" dirty="0">
              <a:latin typeface="Times New Roman" panose="02020603050405020304" pitchFamily="18" charset="0"/>
              <a:cs typeface="Times New Roman" panose="02020603050405020304" pitchFamily="18" charset="0"/>
            </a:endParaRPr>
          </a:p>
          <a:p>
            <a:pPr marL="76200" indent="0">
              <a:buNone/>
            </a:pPr>
            <a:r>
              <a:rPr lang="en-US" sz="2000" b="1" dirty="0">
                <a:latin typeface="Times New Roman" panose="02020603050405020304" pitchFamily="18" charset="0"/>
                <a:cs typeface="Times New Roman" panose="02020603050405020304" pitchFamily="18" charset="0"/>
              </a:rPr>
              <a:t>5.  Resource Optimization</a:t>
            </a:r>
          </a:p>
          <a:p>
            <a:pPr marL="76200" indent="0">
              <a:buNone/>
            </a:pPr>
            <a:r>
              <a:rPr lang="en-US" sz="2000" dirty="0">
                <a:latin typeface="Times New Roman" panose="02020603050405020304" pitchFamily="18" charset="0"/>
                <a:cs typeface="Times New Roman" panose="02020603050405020304" pitchFamily="18" charset="0"/>
              </a:rPr>
              <a:t>   Reducing administrative workload and optimizing classroom resources with  automated scheduling and digital content management.</a:t>
            </a:r>
          </a:p>
          <a:p>
            <a:endParaRPr lang="en-US" sz="2000" dirty="0">
              <a:latin typeface="Times New Roman" panose="02020603050405020304" pitchFamily="18" charset="0"/>
              <a:cs typeface="Times New Roman" panose="02020603050405020304" pitchFamily="18" charset="0"/>
            </a:endParaRPr>
          </a:p>
          <a:p>
            <a:pPr marL="76200" indent="0">
              <a:buNone/>
            </a:pPr>
            <a:r>
              <a:rPr lang="en-US" sz="2000" b="1" dirty="0">
                <a:latin typeface="Times New Roman" panose="02020603050405020304" pitchFamily="18" charset="0"/>
                <a:cs typeface="Times New Roman" panose="02020603050405020304" pitchFamily="18" charset="0"/>
              </a:rPr>
              <a:t>6.  Accessibility &amp; Inclusivity</a:t>
            </a:r>
          </a:p>
          <a:p>
            <a:pPr marL="76200" indent="0">
              <a:buNone/>
            </a:pPr>
            <a:r>
              <a:rPr lang="en-US" sz="2000" dirty="0">
                <a:latin typeface="Times New Roman" panose="02020603050405020304" pitchFamily="18" charset="0"/>
                <a:cs typeface="Times New Roman" panose="02020603050405020304" pitchFamily="18" charset="0"/>
              </a:rPr>
              <a:t>   Ensuring that students with special needs or remote learners can access education equally through the platform.</a:t>
            </a:r>
          </a:p>
          <a:p>
            <a:endParaRPr lang="en-US" sz="2000" dirty="0">
              <a:latin typeface="Times New Roman" panose="02020603050405020304" pitchFamily="18" charset="0"/>
              <a:cs typeface="Times New Roman" panose="02020603050405020304" pitchFamily="18" charset="0"/>
            </a:endParaRPr>
          </a:p>
          <a:p>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423104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Times New Roman" panose="02020603050405020304" pitchFamily="18" charset="0"/>
                <a:ea typeface="Cambria" panose="02040503050406030204" pitchFamily="18" charset="0"/>
                <a:cs typeface="Times New Roman" panose="02020603050405020304" pitchFamily="18" charset="0"/>
              </a:rPr>
              <a:t>Github Link</a:t>
            </a: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
        <p:nvSpPr>
          <p:cNvPr id="4" name="Google Shape;115;p17"/>
          <p:cNvSpPr txBox="1">
            <a:spLocks/>
          </p:cNvSpPr>
          <p:nvPr/>
        </p:nvSpPr>
        <p:spPr>
          <a:xfrm>
            <a:off x="965200" y="1295400"/>
            <a:ext cx="10668000" cy="49530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p:txBody>
      </p:sp>
      <p:sp>
        <p:nvSpPr>
          <p:cNvPr id="5" name="Google Shape;115;p17"/>
          <p:cNvSpPr txBox="1">
            <a:spLocks/>
          </p:cNvSpPr>
          <p:nvPr/>
        </p:nvSpPr>
        <p:spPr>
          <a:xfrm>
            <a:off x="812800" y="1143000"/>
            <a:ext cx="10668000" cy="41783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342900" indent="-190500" algn="just">
              <a:spcBef>
                <a:spcPts val="0"/>
              </a:spcBef>
              <a:buSzPct val="100000"/>
              <a:buFont typeface="Arial"/>
              <a:buNone/>
            </a:pPr>
            <a:r>
              <a:rPr lang="en-US" dirty="0">
                <a:latin typeface="Times New Roman" panose="02020603050405020304" pitchFamily="18" charset="0"/>
                <a:ea typeface="Cambria" panose="02040503050406030204" pitchFamily="18" charset="0"/>
                <a:cs typeface="Times New Roman" panose="02020603050405020304" pitchFamily="18" charset="0"/>
              </a:rPr>
              <a:t>The Github link provided should have public access permission.</a:t>
            </a:r>
          </a:p>
          <a:p>
            <a:pPr marL="342900" indent="-190500" algn="just">
              <a:spcBef>
                <a:spcPts val="0"/>
              </a:spcBef>
              <a:buSzPct val="100000"/>
              <a:buFont typeface="Arial"/>
              <a:buNone/>
            </a:pPr>
            <a:endParaRPr lang="en-US" dirty="0">
              <a:latin typeface="Times New Roman" panose="02020603050405020304" pitchFamily="18" charset="0"/>
              <a:ea typeface="Cambria" panose="02040503050406030204" pitchFamily="18" charset="0"/>
              <a:cs typeface="Times New Roman" panose="02020603050405020304" pitchFamily="18" charset="0"/>
            </a:endParaRPr>
          </a:p>
          <a:p>
            <a:pPr marL="342900" indent="-190500" algn="just">
              <a:spcBef>
                <a:spcPts val="0"/>
              </a:spcBef>
              <a:buSzPct val="100000"/>
              <a:buFont typeface="Arial"/>
              <a:buNone/>
            </a:pPr>
            <a:r>
              <a:rPr lang="en-US" b="1" dirty="0" err="1">
                <a:solidFill>
                  <a:schemeClr val="accent2">
                    <a:lumMod val="75000"/>
                  </a:schemeClr>
                </a:solidFill>
                <a:latin typeface="Times New Roman" panose="02020603050405020304" pitchFamily="18" charset="0"/>
                <a:ea typeface="Cambria" panose="02040503050406030204" pitchFamily="18" charset="0"/>
                <a:cs typeface="Times New Roman" panose="02020603050405020304" pitchFamily="18" charset="0"/>
              </a:rPr>
              <a:t>Github</a:t>
            </a:r>
            <a:r>
              <a:rPr lang="en-US" b="1" dirty="0">
                <a:solidFill>
                  <a:schemeClr val="accent2">
                    <a:lumMod val="75000"/>
                  </a:schemeClr>
                </a:solidFill>
                <a:latin typeface="Times New Roman" panose="02020603050405020304" pitchFamily="18" charset="0"/>
                <a:ea typeface="Cambria" panose="02040503050406030204" pitchFamily="18" charset="0"/>
                <a:cs typeface="Times New Roman" panose="02020603050405020304" pitchFamily="18" charset="0"/>
              </a:rPr>
              <a:t> Link</a:t>
            </a:r>
          </a:p>
          <a:p>
            <a:pPr marL="342900" indent="-190500" algn="just">
              <a:spcBef>
                <a:spcPts val="0"/>
              </a:spcBef>
              <a:buSzPct val="100000"/>
              <a:buNone/>
            </a:pPr>
            <a:r>
              <a:rPr lang="en-US" b="1" dirty="0">
                <a:solidFill>
                  <a:schemeClr val="accent2">
                    <a:lumMod val="75000"/>
                  </a:schemeClr>
                </a:solidFill>
                <a:latin typeface="Times New Roman" panose="02020603050405020304" pitchFamily="18" charset="0"/>
                <a:ea typeface="Cambria" panose="02040503050406030204" pitchFamily="18" charset="0"/>
                <a:cs typeface="Times New Roman" panose="02020603050405020304" pitchFamily="18" charset="0"/>
                <a:hlinkClick r:id="rId3"/>
              </a:rPr>
              <a:t>https://github.com/varsha12345170/rural-education-project</a:t>
            </a:r>
            <a:endParaRPr lang="en-US" b="1" dirty="0">
              <a:solidFill>
                <a:schemeClr val="accent2">
                  <a:lumMod val="75000"/>
                </a:schemeClr>
              </a:solidFill>
              <a:latin typeface="Times New Roman" panose="02020603050405020304" pitchFamily="18" charset="0"/>
              <a:ea typeface="Cambria" panose="02040503050406030204" pitchFamily="18" charset="0"/>
              <a:cs typeface="Times New Roman" panose="02020603050405020304" pitchFamily="18" charset="0"/>
            </a:endParaRPr>
          </a:p>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8563573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Timeline of the Project (Gantt Chart)</a:t>
            </a:r>
            <a:endParaRPr dirty="0">
              <a:latin typeface="Cambria" panose="02040503050406030204" pitchFamily="18" charset="0"/>
              <a:ea typeface="Cambria" panose="02040503050406030204" pitchFamily="18" charset="0"/>
            </a:endParaRPr>
          </a:p>
        </p:txBody>
      </p:sp>
      <p:pic>
        <p:nvPicPr>
          <p:cNvPr id="3" name="Picture 2" descr="A graph with blue squares&#10;&#10;AI-generated content may be incorrect.">
            <a:extLst>
              <a:ext uri="{FF2B5EF4-FFF2-40B4-BE49-F238E27FC236}">
                <a16:creationId xmlns:a16="http://schemas.microsoft.com/office/drawing/2014/main" id="{2F410ABC-5786-918F-4ABF-0EA7471FC2CD}"/>
              </a:ext>
            </a:extLst>
          </p:cNvPr>
          <p:cNvPicPr>
            <a:picLocks noChangeAspect="1"/>
          </p:cNvPicPr>
          <p:nvPr/>
        </p:nvPicPr>
        <p:blipFill>
          <a:blip r:embed="rId3"/>
          <a:stretch>
            <a:fillRect/>
          </a:stretch>
        </p:blipFill>
        <p:spPr>
          <a:xfrm>
            <a:off x="944544" y="1001922"/>
            <a:ext cx="8711922" cy="4854155"/>
          </a:xfrm>
          <a:prstGeom prst="rect">
            <a:avLst/>
          </a:prstGeom>
        </p:spPr>
      </p:pic>
    </p:spTree>
    <p:extLst>
      <p:ext uri="{BB962C8B-B14F-4D97-AF65-F5344CB8AC3E}">
        <p14:creationId xmlns:p14="http://schemas.microsoft.com/office/powerpoint/2010/main" val="4798902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D3A194-6711-7F3C-36E1-547478687DCD}"/>
              </a:ext>
            </a:extLst>
          </p:cNvPr>
          <p:cNvSpPr>
            <a:spLocks noGrp="1"/>
          </p:cNvSpPr>
          <p:nvPr>
            <p:ph type="title"/>
          </p:nvPr>
        </p:nvSpPr>
        <p:spPr/>
        <p:txBody>
          <a:bodyPr/>
          <a:lstStyle/>
          <a:p>
            <a:r>
              <a:rPr lang="en-GB" dirty="0">
                <a:latin typeface="Times New Roman" panose="02020603050405020304" pitchFamily="18" charset="0"/>
                <a:ea typeface="Cambria" panose="02040503050406030204" pitchFamily="18" charset="0"/>
                <a:cs typeface="Times New Roman" panose="02020603050405020304" pitchFamily="18" charset="0"/>
              </a:rPr>
              <a:t>References (IEEE Paper format)</a:t>
            </a:r>
            <a:endParaRPr lang="en-IN"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E1B7B3D4-3555-AA67-A641-A01E3E0BE905}"/>
              </a:ext>
            </a:extLst>
          </p:cNvPr>
          <p:cNvSpPr>
            <a:spLocks noGrp="1"/>
          </p:cNvSpPr>
          <p:nvPr>
            <p:ph type="body" idx="1"/>
          </p:nvPr>
        </p:nvSpPr>
        <p:spPr>
          <a:xfrm>
            <a:off x="812800" y="1143001"/>
            <a:ext cx="10668000" cy="3921368"/>
          </a:xfrm>
        </p:spPr>
        <p:txBody>
          <a:bodyPr/>
          <a:lstStyle/>
          <a:p>
            <a:pPr marL="76200" indent="0">
              <a:buNone/>
            </a:pPr>
            <a:r>
              <a:rPr lang="en-US" dirty="0">
                <a:latin typeface="Times New Roman" panose="02020603050405020304" pitchFamily="18" charset="0"/>
                <a:cs typeface="Times New Roman" panose="02020603050405020304" pitchFamily="18" charset="0"/>
              </a:rPr>
              <a:t>1] M. A. Ganie, et al., “Impact of e-learning on child education and development in rural areas of India,” IC5E, London, 2014.</a:t>
            </a:r>
          </a:p>
          <a:p>
            <a:pPr marL="76200" indent="0">
              <a:buNone/>
            </a:pP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[2] A. Bardia and A. Agrawal, “</a:t>
            </a:r>
            <a:r>
              <a:rPr lang="en-US" dirty="0" err="1">
                <a:latin typeface="Times New Roman" panose="02020603050405020304" pitchFamily="18" charset="0"/>
                <a:cs typeface="Times New Roman" panose="02020603050405020304" pitchFamily="18" charset="0"/>
              </a:rPr>
              <a:t>MindCraft</a:t>
            </a:r>
            <a:r>
              <a:rPr lang="en-US" dirty="0">
                <a:latin typeface="Times New Roman" panose="02020603050405020304" pitchFamily="18" charset="0"/>
                <a:cs typeface="Times New Roman" panose="02020603050405020304" pitchFamily="18" charset="0"/>
              </a:rPr>
              <a:t>: Revolutionizing education through AI-powered personalized learning,” arXiv:2502.05826, Feb. 2025.</a:t>
            </a:r>
          </a:p>
          <a:p>
            <a:pPr marL="76200" indent="0">
              <a:buNone/>
            </a:pP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[3] S. Grewal, “Scrutinizing E-Learning in Rural India,” 2023</a:t>
            </a:r>
            <a:r>
              <a:rPr lang="en-US" dirty="0"/>
              <a:t>.</a:t>
            </a:r>
            <a:endParaRPr lang="en-IN" dirty="0"/>
          </a:p>
        </p:txBody>
      </p:sp>
    </p:spTree>
    <p:extLst>
      <p:ext uri="{BB962C8B-B14F-4D97-AF65-F5344CB8AC3E}">
        <p14:creationId xmlns:p14="http://schemas.microsoft.com/office/powerpoint/2010/main" val="28529911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pic>
        <p:nvPicPr>
          <p:cNvPr id="5" name="Picture 4">
            <a:extLst>
              <a:ext uri="{FF2B5EF4-FFF2-40B4-BE49-F238E27FC236}">
                <a16:creationId xmlns:a16="http://schemas.microsoft.com/office/drawing/2014/main" id="{C63A00FF-89F0-DC87-D900-930227B33E5D}"/>
              </a:ext>
            </a:extLst>
          </p:cNvPr>
          <p:cNvPicPr>
            <a:picLocks noChangeAspect="1"/>
          </p:cNvPicPr>
          <p:nvPr/>
        </p:nvPicPr>
        <p:blipFill>
          <a:blip r:embed="rId3"/>
          <a:stretch>
            <a:fillRect/>
          </a:stretch>
        </p:blipFill>
        <p:spPr>
          <a:xfrm>
            <a:off x="4082811" y="1441315"/>
            <a:ext cx="3893305" cy="3935471"/>
          </a:xfrm>
          <a:prstGeom prst="rect">
            <a:avLst/>
          </a:prstGeom>
        </p:spPr>
      </p:pic>
    </p:spTree>
  </p:cSld>
  <p:clrMapOvr>
    <a:masterClrMapping/>
  </p:clrMapOvr>
</p:sld>
</file>

<file path=ppt/theme/theme1.xml><?xml version="1.0" encoding="utf-8"?>
<a:theme xmlns:a="http://schemas.openxmlformats.org/drawingml/2006/main" name="Bioinformatics">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494</TotalTime>
  <Words>983</Words>
  <Application>Microsoft Office PowerPoint</Application>
  <PresentationFormat>Widescreen</PresentationFormat>
  <Paragraphs>131</Paragraphs>
  <Slides>15</Slides>
  <Notes>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Arial</vt:lpstr>
      <vt:lpstr>Cambria</vt:lpstr>
      <vt:lpstr>Times New Roman</vt:lpstr>
      <vt:lpstr>Verdana</vt:lpstr>
      <vt:lpstr>Wingdings</vt:lpstr>
      <vt:lpstr>Bioinformatics</vt:lpstr>
      <vt:lpstr>Ideate and Implement a System to Enhance the Quality of Education in Rural Areas</vt:lpstr>
      <vt:lpstr>Problem Statement Number:  PSCS_32 </vt:lpstr>
      <vt:lpstr>Objectives </vt:lpstr>
      <vt:lpstr>Background and Related work for title Selection</vt:lpstr>
      <vt:lpstr>Background and Related work for title Selection (contd….) </vt:lpstr>
      <vt:lpstr>Analysis of Problem Statement </vt:lpstr>
      <vt:lpstr>Analysis of Problem Statement (contd...)</vt:lpstr>
      <vt:lpstr>Analysis of Problem Statement (contd...)</vt:lpstr>
      <vt:lpstr>Analysis of Problem Statement (contd...)</vt:lpstr>
      <vt:lpstr>Innovation or Novel Contributions</vt:lpstr>
      <vt:lpstr>Innovation or Novel Contributions(contd..)</vt:lpstr>
      <vt:lpstr>Github Link</vt:lpstr>
      <vt:lpstr>Timeline of the Project (Gantt Chart)</vt:lpstr>
      <vt:lpstr>References (IEEE Paper format)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dc:title>
  <dc:creator>Admin</dc:creator>
  <cp:lastModifiedBy>VARSHA B</cp:lastModifiedBy>
  <cp:revision>41</cp:revision>
  <dcterms:modified xsi:type="dcterms:W3CDTF">2025-08-15T16:51:32Z</dcterms:modified>
</cp:coreProperties>
</file>